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980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568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6104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348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078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683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2759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1147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819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108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444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FBB69F-6EC5-429A-8485-BFD67C01AA73}" type="datetimeFigureOut">
              <a:rPr lang="en-US" smtClean="0"/>
              <a:pPr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ED8DB2-C45D-4CCB-A5E8-66316F974C8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1476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B2FED0-D208-FBE6-B96A-7D8F7FED8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F485B4-8D58-F56E-1065-84A9B2787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03</a:t>
            </a:r>
          </a:p>
        </p:txBody>
      </p:sp>
    </p:spTree>
    <p:extLst>
      <p:ext uri="{BB962C8B-B14F-4D97-AF65-F5344CB8AC3E}">
        <p14:creationId xmlns:p14="http://schemas.microsoft.com/office/powerpoint/2010/main" xmlns="" val="1667831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8811EB-F34A-B1B4-02E4-CD437667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969485-1203-8BB9-6B61-AEA1F69F1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604020202020204" pitchFamily="34" charset="0"/>
              </a:rPr>
              <a:t>The main task of lexical analysis is to read input characters in the code and produce tokens.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604020202020204" pitchFamily="34" charset="0"/>
              </a:rPr>
              <a:t>Lexical analyzer scans the entire source code of the program. It identifies each token one by one. Scanners are usually implemented to produce tokens only when requested by a parser.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278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D249A3-60DA-B8A2-9F1B-164D1879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lexical Analyzer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C84E78-A5D4-FFDF-747F-1D8C04490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Here is how recognition of tokens in compiler design works-</a:t>
            </a: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“Get next token” is a command which is sent from the parser to the lexical analyzer.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On receiving this command, the lexical analyzer scans the input until it finds the next token.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It returns the token to Parser.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530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88E01-0CF5-2A10-CA3C-D5D0E6BD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lexical Analyzer Works?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99DED9F-5079-3F8B-D0E2-D02816FAC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00140" y="1894786"/>
            <a:ext cx="6668604" cy="5316719"/>
          </a:xfrm>
        </p:spPr>
      </p:pic>
    </p:spTree>
    <p:extLst>
      <p:ext uri="{BB962C8B-B14F-4D97-AF65-F5344CB8AC3E}">
        <p14:creationId xmlns:p14="http://schemas.microsoft.com/office/powerpoint/2010/main" xmlns="" val="306678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0EF26-FE86-290A-CC33-7764A4EE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Lexeme, Token,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CBD61F-761E-C2A6-02F4-65FEA6B5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What’s a lexeme?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 lexeme is a sequence of characters that are included in the source program according to the matching pattern of a token. It is nothing but an instance of a token.</a:t>
            </a: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What’s a token?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Tokens in compiler design are the sequence of characters which represents a unit of information in the source program.</a:t>
            </a:r>
          </a:p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What is Pattern?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 pattern is a description which is used by the token. In the case of a keyword which uses as a token, the pattern is a sequence of characters.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428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80F18-548D-497B-5518-D3CC6AF4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Roles of the Lexical analyzer</a:t>
            </a:r>
            <a:b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A6FFFA-6568-C19E-DCC7-BF283F2C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Helps to identify token into the symbol table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Removes white spaces and comments from the source program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Correlates error messages with the source program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Helps you to expands the macros if it is found in the source program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Read input characters from the source program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252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425953-ACC8-060E-39DE-0EDE3893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Example of Lexical Analysis, Tokens, Non-Tokens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CEFF5E-D056-C544-EBF3-BFDAD94D1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Consider the following code that is fed to Lexical Analyzer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A6DD6FE-F4CE-32C3-DF96-991839D3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03" y="1093579"/>
            <a:ext cx="6475489" cy="472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98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FBDED0-C16E-74FF-3722-7B807ADD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Examples of Tokens created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6BD8D63-56B2-4ED2-84B1-C1EA8E5E52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15073" y="1811462"/>
          <a:ext cx="6361854" cy="4379664"/>
        </p:xfrm>
        <a:graphic>
          <a:graphicData uri="http://schemas.openxmlformats.org/drawingml/2006/table">
            <a:tbl>
              <a:tblPr/>
              <a:tblGrid>
                <a:gridCol w="3180927">
                  <a:extLst>
                    <a:ext uri="{9D8B030D-6E8A-4147-A177-3AD203B41FA5}">
                      <a16:colId xmlns:a16="http://schemas.microsoft.com/office/drawing/2014/main" xmlns="" val="3434419623"/>
                    </a:ext>
                  </a:extLst>
                </a:gridCol>
                <a:gridCol w="3180927">
                  <a:extLst>
                    <a:ext uri="{9D8B030D-6E8A-4147-A177-3AD203B41FA5}">
                      <a16:colId xmlns:a16="http://schemas.microsoft.com/office/drawing/2014/main" xmlns="" val="322154846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Lexeme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Token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385118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Keyword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776910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maximum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Identifier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9982717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(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140191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Keyword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736638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x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Identifier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2528126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,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51257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Keyword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320631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Identifier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5535963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)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222479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{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Operator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11307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If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Keyword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2030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9745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00B47-EBE1-46BC-3B34-25813738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Examples of </a:t>
            </a:r>
            <a:r>
              <a:rPr lang="en-US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nontokens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9A16196-4991-C3EE-8D87-AE6ED2989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183472168"/>
              </p:ext>
            </p:extLst>
          </p:nvPr>
        </p:nvGraphicFramePr>
        <p:xfrm>
          <a:off x="2356701" y="2450969"/>
          <a:ext cx="6947846" cy="2647602"/>
        </p:xfrm>
        <a:graphic>
          <a:graphicData uri="http://schemas.openxmlformats.org/drawingml/2006/table">
            <a:tbl>
              <a:tblPr/>
              <a:tblGrid>
                <a:gridCol w="3473923">
                  <a:extLst>
                    <a:ext uri="{9D8B030D-6E8A-4147-A177-3AD203B41FA5}">
                      <a16:colId xmlns:a16="http://schemas.microsoft.com/office/drawing/2014/main" xmlns="" val="3924460673"/>
                    </a:ext>
                  </a:extLst>
                </a:gridCol>
                <a:gridCol w="3473923">
                  <a:extLst>
                    <a:ext uri="{9D8B030D-6E8A-4147-A177-3AD203B41FA5}">
                      <a16:colId xmlns:a16="http://schemas.microsoft.com/office/drawing/2014/main" xmlns="" val="600355751"/>
                    </a:ext>
                  </a:extLst>
                </a:gridCol>
              </a:tblGrid>
              <a:tr h="441267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12147441"/>
                  </a:ext>
                </a:extLst>
              </a:tr>
              <a:tr h="44126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// This will compare 2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14587515"/>
                  </a:ext>
                </a:extLst>
              </a:tr>
              <a:tr h="44126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Pre-processor directive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#include &lt;stdio.h&gt;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05901488"/>
                  </a:ext>
                </a:extLst>
              </a:tr>
              <a:tr h="44126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Pre-processor directive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#define NUMS 8,9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4775376"/>
                  </a:ext>
                </a:extLst>
              </a:tr>
              <a:tr h="44126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Macro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NUMS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04242825"/>
                  </a:ext>
                </a:extLst>
              </a:tr>
              <a:tr h="44126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Whitespace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/n /b /t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1463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6275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70167A-EDAE-F2BF-EF4B-5890EE50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Lexical Errors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1AA7CF-0CB8-DE61-9707-36629E6EB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 character sequence which is not possible to scan into any valid token is a lexical error. Important facts about the lexical error: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Lexical errors are not very common, but it should be managed by a scanner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Misspelling of identifiers, operators, keyword are considered as lexical errors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Generally, a lexical error is caused by the appearance of some illegal character, mostly at the beginning of a token.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372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C92E97-D5F9-DAE5-F4B7-BE461C44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Error Recovery in Lexical Analyzer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5F7823-2EC7-3629-742B-130C9A2C9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Here, are a few most common error recovery techniques: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Removes one character from the remaining input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 the panic mode, the successive characters are always ignored until we reach a well-formed token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By inserting the missing character into the remaining input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Replace a character with another character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Transpose two serial characters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942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0D055F-98DA-D256-7F86-3F335FCE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Lexical Analyzer vs. Parser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A34EEBD-14AF-C837-3F1B-6F40B75D3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7501908"/>
              </p:ext>
            </p:extLst>
          </p:nvPr>
        </p:nvGraphicFramePr>
        <p:xfrm>
          <a:off x="838200" y="2017336"/>
          <a:ext cx="9022238" cy="3695304"/>
        </p:xfrm>
        <a:graphic>
          <a:graphicData uri="http://schemas.openxmlformats.org/drawingml/2006/table">
            <a:tbl>
              <a:tblPr/>
              <a:tblGrid>
                <a:gridCol w="4511119">
                  <a:extLst>
                    <a:ext uri="{9D8B030D-6E8A-4147-A177-3AD203B41FA5}">
                      <a16:colId xmlns:a16="http://schemas.microsoft.com/office/drawing/2014/main" xmlns="" val="845461409"/>
                    </a:ext>
                  </a:extLst>
                </a:gridCol>
                <a:gridCol w="4511119">
                  <a:extLst>
                    <a:ext uri="{9D8B030D-6E8A-4147-A177-3AD203B41FA5}">
                      <a16:colId xmlns:a16="http://schemas.microsoft.com/office/drawing/2014/main" xmlns="" val="1469981636"/>
                    </a:ext>
                  </a:extLst>
                </a:gridCol>
              </a:tblGrid>
              <a:tr h="568508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Lexical Analyser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Parser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81655661"/>
                  </a:ext>
                </a:extLst>
              </a:tr>
              <a:tr h="568508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Scan Input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Perform syntax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38715594"/>
                  </a:ext>
                </a:extLst>
              </a:tr>
              <a:tr h="99489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Identify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Create an abstract representation of the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1378758"/>
                  </a:ext>
                </a:extLst>
              </a:tr>
              <a:tr h="568508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Insert tokens into Symbol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Update symbol table entries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80031849"/>
                  </a:ext>
                </a:extLst>
              </a:tr>
              <a:tr h="99489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It generates lexical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It generates a parse tree of the 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36073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2869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4F488B-A8BE-A62A-7383-06D48013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Why separate Lexical and Parser?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464470-D87C-C5DC-5EB7-524DDC2A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simplicity of design: It eases the process of lexical analysis and the syntax analysis by eliminating unwanted tokens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To improve compiler efficiency: Helps you to improve compiler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Specialization: specialized techniques can be applied to improves the lexical analysis process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Portability: only the scanner requires to communicate with the outside world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Higher portability: input-device-specific peculiarities restricted to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lexer</a:t>
            </a:r>
            <a:endParaRPr lang="en-US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3790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8DF660-0684-92BD-B9DF-2220E58B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Home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335F2C-01AA-D221-468B-B476AB0F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the lexemes and their corresponding tokens in the following statement: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(“Simple Interest=%f\n”,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tokens, lexemes, and patterns for the following statement: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(t&gt;=y)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t=y -3; y=t+1;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t,y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xmlns="" val="257007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119</TotalTime>
  <Words>665</Words>
  <Application>Microsoft Office PowerPoint</Application>
  <PresentationFormat>Custom</PresentationFormat>
  <Paragraphs>102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Retrospect</vt:lpstr>
      <vt:lpstr>Lexical Analyzer</vt:lpstr>
      <vt:lpstr>Definition</vt:lpstr>
      <vt:lpstr>How lexical Analyzer Works?</vt:lpstr>
      <vt:lpstr>How lexical Analyzer Works?</vt:lpstr>
      <vt:lpstr>Lexeme, Token, Pattern</vt:lpstr>
      <vt:lpstr>Roles of the Lexical analyzer </vt:lpstr>
      <vt:lpstr>Example of Lexical Analysis, Tokens, Non-Tokens</vt:lpstr>
      <vt:lpstr>Examples of Tokens created</vt:lpstr>
      <vt:lpstr>Examples of nontokens</vt:lpstr>
      <vt:lpstr>Lexical Errors</vt:lpstr>
      <vt:lpstr>Error Recovery in Lexical Analyzer</vt:lpstr>
      <vt:lpstr>Lexical Analyzer vs. Parser</vt:lpstr>
      <vt:lpstr>Why separate Lexical and Parser?</vt:lpstr>
      <vt:lpstr>Home Work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analyzer</dc:title>
  <dc:creator>Lenovo</dc:creator>
  <cp:lastModifiedBy>Lenovo</cp:lastModifiedBy>
  <cp:revision>7</cp:revision>
  <dcterms:created xsi:type="dcterms:W3CDTF">2022-07-25T03:34:22Z</dcterms:created>
  <dcterms:modified xsi:type="dcterms:W3CDTF">2024-09-15T03:54:52Z</dcterms:modified>
</cp:coreProperties>
</file>