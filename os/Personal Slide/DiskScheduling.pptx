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7.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9"/>
  </p:notesMasterIdLst>
  <p:handoutMasterIdLst>
    <p:handoutMasterId r:id="rId30"/>
  </p:handoutMasterIdLst>
  <p:sldIdLst>
    <p:sldId id="256" r:id="rId4"/>
    <p:sldId id="258" r:id="rId5"/>
    <p:sldId id="265" r:id="rId6"/>
    <p:sldId id="266" r:id="rId7"/>
    <p:sldId id="267" r:id="rId8"/>
    <p:sldId id="268" r:id="rId9"/>
    <p:sldId id="269" r:id="rId10"/>
    <p:sldId id="270" r:id="rId11"/>
    <p:sldId id="271" r:id="rId12"/>
    <p:sldId id="272" r:id="rId13"/>
    <p:sldId id="273" r:id="rId14"/>
    <p:sldId id="274" r:id="rId15"/>
    <p:sldId id="276" r:id="rId16"/>
    <p:sldId id="275" r:id="rId17"/>
    <p:sldId id="289" r:id="rId18"/>
    <p:sldId id="277" r:id="rId19"/>
    <p:sldId id="279" r:id="rId20"/>
    <p:sldId id="280" r:id="rId21"/>
    <p:sldId id="282" r:id="rId22"/>
    <p:sldId id="283" r:id="rId23"/>
    <p:sldId id="284" r:id="rId24"/>
    <p:sldId id="285" r:id="rId25"/>
    <p:sldId id="286" r:id="rId26"/>
    <p:sldId id="287" r:id="rId27"/>
    <p:sldId id="288" r:id="rId28"/>
  </p:sldIdLst>
  <p:sldSz cx="9144000" cy="6858000" type="screen4x3"/>
  <p:notesSz cx="7315200" cy="96012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showGuides="1">
      <p:cViewPr varScale="1">
        <p:scale>
          <a:sx n="88" d="100"/>
          <a:sy n="88" d="100"/>
        </p:scale>
        <p:origin x="-16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27"/>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674"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eaLnBrk="1" hangingPunct="1">
              <a:defRPr sz="1300" smtClean="0">
                <a:latin typeface="Arial" panose="020B0604020202020204" pitchFamily="34" charset="0"/>
              </a:defRPr>
            </a:lvl1pPr>
          </a:lstStyle>
          <a:p>
            <a:pPr marL="0" marR="0" lvl="0" indent="0" algn="l"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8675"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defTabSz="967105" eaLnBrk="1" hangingPunct="1">
              <a:defRPr sz="1300" smtClean="0">
                <a:latin typeface="Arial" panose="020B0604020202020204" pitchFamily="34" charset="0"/>
              </a:defRPr>
            </a:lvl1pPr>
          </a:lstStyle>
          <a:p>
            <a:pPr marL="0" marR="0" lvl="0" indent="0" algn="r"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8676"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eaLnBrk="1" hangingPunct="1">
              <a:defRPr sz="1300" smtClean="0">
                <a:latin typeface="Arial" panose="020B0604020202020204" pitchFamily="34" charset="0"/>
              </a:defRPr>
            </a:lvl1pPr>
          </a:lstStyle>
          <a:p>
            <a:pPr marL="0" marR="0" lvl="0" indent="0" algn="l"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8677"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p>
            <a:pPr lvl="0" algn="r" defTabSz="967105" eaLnBrk="1" fontAlgn="base" hangingPunct="1">
              <a:buNone/>
            </a:pPr>
            <a:fld id="{9A0DB2DC-4C9A-4742-B13C-FB6460FD3503}" type="slidenum">
              <a:rPr lang="en-US" sz="1300" strike="noStrike" noProof="1" dirty="0">
                <a:latin typeface="Arial" panose="020B0604020202020204" pitchFamily="34" charset="0"/>
                <a:ea typeface="+mn-ea"/>
                <a:cs typeface="+mn-cs"/>
              </a:rPr>
            </a:fld>
            <a:endParaRPr lang="en-US" sz="130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62"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eaLnBrk="1" hangingPunct="1">
              <a:defRPr sz="1300" smtClean="0">
                <a:latin typeface="Arial" panose="020B0604020202020204" pitchFamily="34" charset="0"/>
              </a:defRPr>
            </a:lvl1pPr>
          </a:lstStyle>
          <a:p>
            <a:pPr marL="0" marR="0" lvl="0" indent="0" algn="l"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0963" name="Rectangle 3"/>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defTabSz="967105" eaLnBrk="1" hangingPunct="1">
              <a:defRPr sz="1300" smtClean="0">
                <a:latin typeface="Arial" panose="020B0604020202020204" pitchFamily="34" charset="0"/>
              </a:defRPr>
            </a:lvl1pPr>
          </a:lstStyle>
          <a:p>
            <a:pPr marL="0" marR="0" lvl="0" indent="0" algn="r"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00" name="Rectangle 4"/>
          <p:cNvSpPr>
            <a:spLocks noRot="1" noTextEdit="1"/>
          </p:cNvSpPr>
          <p:nvPr>
            <p:ph type="sldImg"/>
          </p:nvPr>
        </p:nvSpPr>
        <p:spPr>
          <a:xfrm>
            <a:off x="1257300" y="720725"/>
            <a:ext cx="4800600" cy="3600450"/>
          </a:xfrm>
          <a:prstGeom prst="rect">
            <a:avLst/>
          </a:prstGeom>
          <a:noFill/>
          <a:ln w="9525" cap="flat" cmpd="sng">
            <a:solidFill>
              <a:srgbClr val="000000"/>
            </a:solidFill>
            <a:prstDash val="solid"/>
            <a:miter/>
            <a:headEnd type="none" w="med" len="med"/>
            <a:tailEnd type="none" w="med" len="med"/>
          </a:ln>
        </p:spPr>
      </p:sp>
      <p:sp>
        <p:nvSpPr>
          <p:cNvPr id="40965" name="Rectangle 5"/>
          <p:cNvSpPr>
            <a:spLocks noGrp="1" noChangeArrowheads="1"/>
          </p:cNvSpPr>
          <p:nvPr>
            <p:ph type="body" sz="quarter" idx="3"/>
          </p:nvPr>
        </p:nvSpPr>
        <p:spPr bwMode="auto">
          <a:xfrm>
            <a:off x="731838" y="4560888"/>
            <a:ext cx="5851525" cy="4319588"/>
          </a:xfrm>
          <a:prstGeom prst="rect">
            <a:avLst/>
          </a:prstGeom>
          <a:noFill/>
          <a:ln w="9525">
            <a:noFill/>
            <a:miter lim="800000"/>
          </a:ln>
          <a:effectLst/>
        </p:spPr>
        <p:txBody>
          <a:bodyPr vert="horz" wrap="square" lIns="96661" tIns="48331" rIns="96661" bIns="4833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
        <p:nvSpPr>
          <p:cNvPr id="40966" name="Rectangle 6"/>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eaLnBrk="1" hangingPunct="1">
              <a:defRPr sz="1300" smtClean="0">
                <a:latin typeface="Arial" panose="020B0604020202020204" pitchFamily="34" charset="0"/>
              </a:defRPr>
            </a:lvl1pPr>
          </a:lstStyle>
          <a:p>
            <a:pPr marL="0" marR="0" lvl="0" indent="0" algn="l" defTabSz="967105"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0967" name="Rectangle 7"/>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p>
            <a:pPr lvl="0" algn="r" defTabSz="967105" eaLnBrk="1" fontAlgn="base" hangingPunct="1">
              <a:buNone/>
            </a:pPr>
            <a:fld id="{9A0DB2DC-4C9A-4742-B13C-FB6460FD3503}" type="slidenum">
              <a:rPr lang="en-US" sz="1300" strike="noStrike" noProof="1" dirty="0">
                <a:latin typeface="Arial" panose="020B0604020202020204" pitchFamily="34" charset="0"/>
                <a:ea typeface="+mn-ea"/>
                <a:cs typeface="+mn-cs"/>
              </a:rPr>
            </a:fld>
            <a:endParaRPr lang="en-US" sz="130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2413" cy="6858000"/>
            <a:chOff x="0" y="0"/>
            <a:chExt cx="5759" cy="4320"/>
          </a:xfrm>
        </p:grpSpPr>
        <p:grpSp>
          <p:nvGrpSpPr>
            <p:cNvPr id="2051" name="Group 3"/>
            <p:cNvGrpSpPr/>
            <p:nvPr/>
          </p:nvGrpSpPr>
          <p:grpSpPr>
            <a:xfrm>
              <a:off x="0" y="0"/>
              <a:ext cx="5759" cy="4319"/>
              <a:chOff x="0" y="0"/>
              <a:chExt cx="5759" cy="4319"/>
            </a:xfrm>
          </p:grpSpPr>
          <p:sp>
            <p:nvSpPr>
              <p:cNvPr id="65" name="Line 4"/>
              <p:cNvSpPr>
                <a:spLocks noChangeShapeType="1"/>
              </p:cNvSpPr>
              <p:nvPr/>
            </p:nvSpPr>
            <p:spPr bwMode="auto">
              <a:xfrm>
                <a:off x="0" y="14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6" name="Line 5"/>
              <p:cNvSpPr>
                <a:spLocks noChangeShapeType="1"/>
              </p:cNvSpPr>
              <p:nvPr/>
            </p:nvSpPr>
            <p:spPr bwMode="auto">
              <a:xfrm>
                <a:off x="0" y="33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7" name="Line 6"/>
              <p:cNvSpPr>
                <a:spLocks noChangeShapeType="1"/>
              </p:cNvSpPr>
              <p:nvPr/>
            </p:nvSpPr>
            <p:spPr bwMode="auto">
              <a:xfrm>
                <a:off x="0" y="52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8" name="Line 7"/>
              <p:cNvSpPr>
                <a:spLocks noChangeShapeType="1"/>
              </p:cNvSpPr>
              <p:nvPr/>
            </p:nvSpPr>
            <p:spPr bwMode="auto">
              <a:xfrm>
                <a:off x="0" y="72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9" name="Line 8"/>
              <p:cNvSpPr>
                <a:spLocks noChangeShapeType="1"/>
              </p:cNvSpPr>
              <p:nvPr/>
            </p:nvSpPr>
            <p:spPr bwMode="auto">
              <a:xfrm>
                <a:off x="0" y="91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0" name="Line 9"/>
              <p:cNvSpPr>
                <a:spLocks noChangeShapeType="1"/>
              </p:cNvSpPr>
              <p:nvPr/>
            </p:nvSpPr>
            <p:spPr bwMode="auto">
              <a:xfrm>
                <a:off x="0" y="110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1" name="Line 10"/>
              <p:cNvSpPr>
                <a:spLocks noChangeShapeType="1"/>
              </p:cNvSpPr>
              <p:nvPr/>
            </p:nvSpPr>
            <p:spPr bwMode="auto">
              <a:xfrm>
                <a:off x="0" y="129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2" name="Line 11"/>
              <p:cNvSpPr>
                <a:spLocks noChangeShapeType="1"/>
              </p:cNvSpPr>
              <p:nvPr/>
            </p:nvSpPr>
            <p:spPr bwMode="auto">
              <a:xfrm>
                <a:off x="0" y="148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3" name="Line 12"/>
              <p:cNvSpPr>
                <a:spLocks noChangeShapeType="1"/>
              </p:cNvSpPr>
              <p:nvPr/>
            </p:nvSpPr>
            <p:spPr bwMode="auto">
              <a:xfrm>
                <a:off x="0" y="168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4" name="Line 13"/>
              <p:cNvSpPr>
                <a:spLocks noChangeShapeType="1"/>
              </p:cNvSpPr>
              <p:nvPr/>
            </p:nvSpPr>
            <p:spPr bwMode="auto">
              <a:xfrm>
                <a:off x="0" y="187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5" name="Line 14"/>
              <p:cNvSpPr>
                <a:spLocks noChangeShapeType="1"/>
              </p:cNvSpPr>
              <p:nvPr/>
            </p:nvSpPr>
            <p:spPr bwMode="auto">
              <a:xfrm>
                <a:off x="0" y="206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6" name="Line 15"/>
              <p:cNvSpPr>
                <a:spLocks noChangeShapeType="1"/>
              </p:cNvSpPr>
              <p:nvPr/>
            </p:nvSpPr>
            <p:spPr bwMode="auto">
              <a:xfrm>
                <a:off x="0" y="225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7" name="Line 16"/>
              <p:cNvSpPr>
                <a:spLocks noChangeShapeType="1"/>
              </p:cNvSpPr>
              <p:nvPr/>
            </p:nvSpPr>
            <p:spPr bwMode="auto">
              <a:xfrm>
                <a:off x="0" y="244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8" name="Line 17"/>
              <p:cNvSpPr>
                <a:spLocks noChangeShapeType="1"/>
              </p:cNvSpPr>
              <p:nvPr/>
            </p:nvSpPr>
            <p:spPr bwMode="auto">
              <a:xfrm>
                <a:off x="0" y="264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9" name="Line 18"/>
              <p:cNvSpPr>
                <a:spLocks noChangeShapeType="1"/>
              </p:cNvSpPr>
              <p:nvPr/>
            </p:nvSpPr>
            <p:spPr bwMode="auto">
              <a:xfrm>
                <a:off x="0" y="283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0" name="Line 19"/>
              <p:cNvSpPr>
                <a:spLocks noChangeShapeType="1"/>
              </p:cNvSpPr>
              <p:nvPr/>
            </p:nvSpPr>
            <p:spPr bwMode="auto">
              <a:xfrm>
                <a:off x="0" y="302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1" name="Line 20"/>
              <p:cNvSpPr>
                <a:spLocks noChangeShapeType="1"/>
              </p:cNvSpPr>
              <p:nvPr/>
            </p:nvSpPr>
            <p:spPr bwMode="auto">
              <a:xfrm>
                <a:off x="0" y="321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2" name="Line 21"/>
              <p:cNvSpPr>
                <a:spLocks noChangeShapeType="1"/>
              </p:cNvSpPr>
              <p:nvPr/>
            </p:nvSpPr>
            <p:spPr bwMode="auto">
              <a:xfrm>
                <a:off x="0" y="340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3" name="Line 22"/>
              <p:cNvSpPr>
                <a:spLocks noChangeShapeType="1"/>
              </p:cNvSpPr>
              <p:nvPr/>
            </p:nvSpPr>
            <p:spPr bwMode="auto">
              <a:xfrm>
                <a:off x="0" y="360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4" name="Line 23"/>
              <p:cNvSpPr>
                <a:spLocks noChangeShapeType="1"/>
              </p:cNvSpPr>
              <p:nvPr/>
            </p:nvSpPr>
            <p:spPr bwMode="auto">
              <a:xfrm>
                <a:off x="0" y="379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5" name="Line 24"/>
              <p:cNvSpPr>
                <a:spLocks noChangeShapeType="1"/>
              </p:cNvSpPr>
              <p:nvPr/>
            </p:nvSpPr>
            <p:spPr bwMode="auto">
              <a:xfrm>
                <a:off x="0" y="398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6" name="Line 25"/>
              <p:cNvSpPr>
                <a:spLocks noChangeShapeType="1"/>
              </p:cNvSpPr>
              <p:nvPr/>
            </p:nvSpPr>
            <p:spPr bwMode="auto">
              <a:xfrm>
                <a:off x="0" y="417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7" name="Line 26"/>
              <p:cNvSpPr>
                <a:spLocks noChangeShapeType="1"/>
              </p:cNvSpPr>
              <p:nvPr/>
            </p:nvSpPr>
            <p:spPr bwMode="auto">
              <a:xfrm>
                <a:off x="1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8" name="Line 27"/>
              <p:cNvSpPr>
                <a:spLocks noChangeShapeType="1"/>
              </p:cNvSpPr>
              <p:nvPr/>
            </p:nvSpPr>
            <p:spPr bwMode="auto">
              <a:xfrm>
                <a:off x="3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9" name="Line 28"/>
              <p:cNvSpPr>
                <a:spLocks noChangeShapeType="1"/>
              </p:cNvSpPr>
              <p:nvPr/>
            </p:nvSpPr>
            <p:spPr bwMode="auto">
              <a:xfrm>
                <a:off x="5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0" name="Line 29"/>
              <p:cNvSpPr>
                <a:spLocks noChangeShapeType="1"/>
              </p:cNvSpPr>
              <p:nvPr/>
            </p:nvSpPr>
            <p:spPr bwMode="auto">
              <a:xfrm>
                <a:off x="7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1" name="Line 30"/>
              <p:cNvSpPr>
                <a:spLocks noChangeShapeType="1"/>
              </p:cNvSpPr>
              <p:nvPr/>
            </p:nvSpPr>
            <p:spPr bwMode="auto">
              <a:xfrm>
                <a:off x="9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2" name="Line 31"/>
              <p:cNvSpPr>
                <a:spLocks noChangeShapeType="1"/>
              </p:cNvSpPr>
              <p:nvPr/>
            </p:nvSpPr>
            <p:spPr bwMode="auto">
              <a:xfrm>
                <a:off x="110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3" name="Line 32"/>
              <p:cNvSpPr>
                <a:spLocks noChangeShapeType="1"/>
              </p:cNvSpPr>
              <p:nvPr/>
            </p:nvSpPr>
            <p:spPr bwMode="auto">
              <a:xfrm>
                <a:off x="129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4" name="Line 33"/>
              <p:cNvSpPr>
                <a:spLocks noChangeShapeType="1"/>
              </p:cNvSpPr>
              <p:nvPr/>
            </p:nvSpPr>
            <p:spPr bwMode="auto">
              <a:xfrm>
                <a:off x="148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5" name="Line 34"/>
              <p:cNvSpPr>
                <a:spLocks noChangeShapeType="1"/>
              </p:cNvSpPr>
              <p:nvPr/>
            </p:nvSpPr>
            <p:spPr bwMode="auto">
              <a:xfrm>
                <a:off x="168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6" name="Line 35"/>
              <p:cNvSpPr>
                <a:spLocks noChangeShapeType="1"/>
              </p:cNvSpPr>
              <p:nvPr/>
            </p:nvSpPr>
            <p:spPr bwMode="auto">
              <a:xfrm>
                <a:off x="187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7" name="Line 36"/>
              <p:cNvSpPr>
                <a:spLocks noChangeShapeType="1"/>
              </p:cNvSpPr>
              <p:nvPr/>
            </p:nvSpPr>
            <p:spPr bwMode="auto">
              <a:xfrm>
                <a:off x="206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8" name="Line 37"/>
              <p:cNvSpPr>
                <a:spLocks noChangeShapeType="1"/>
              </p:cNvSpPr>
              <p:nvPr/>
            </p:nvSpPr>
            <p:spPr bwMode="auto">
              <a:xfrm>
                <a:off x="225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9" name="Line 38"/>
              <p:cNvSpPr>
                <a:spLocks noChangeShapeType="1"/>
              </p:cNvSpPr>
              <p:nvPr/>
            </p:nvSpPr>
            <p:spPr bwMode="auto">
              <a:xfrm>
                <a:off x="244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0" name="Line 39"/>
              <p:cNvSpPr>
                <a:spLocks noChangeShapeType="1"/>
              </p:cNvSpPr>
              <p:nvPr/>
            </p:nvSpPr>
            <p:spPr bwMode="auto">
              <a:xfrm>
                <a:off x="264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1" name="Line 40"/>
              <p:cNvSpPr>
                <a:spLocks noChangeShapeType="1"/>
              </p:cNvSpPr>
              <p:nvPr/>
            </p:nvSpPr>
            <p:spPr bwMode="auto">
              <a:xfrm>
                <a:off x="283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2" name="Line 41"/>
              <p:cNvSpPr>
                <a:spLocks noChangeShapeType="1"/>
              </p:cNvSpPr>
              <p:nvPr/>
            </p:nvSpPr>
            <p:spPr bwMode="auto">
              <a:xfrm>
                <a:off x="302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3" name="Line 42"/>
              <p:cNvSpPr>
                <a:spLocks noChangeShapeType="1"/>
              </p:cNvSpPr>
              <p:nvPr/>
            </p:nvSpPr>
            <p:spPr bwMode="auto">
              <a:xfrm>
                <a:off x="321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4" name="Line 43"/>
              <p:cNvSpPr>
                <a:spLocks noChangeShapeType="1"/>
              </p:cNvSpPr>
              <p:nvPr/>
            </p:nvSpPr>
            <p:spPr bwMode="auto">
              <a:xfrm>
                <a:off x="340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5" name="Line 44"/>
              <p:cNvSpPr>
                <a:spLocks noChangeShapeType="1"/>
              </p:cNvSpPr>
              <p:nvPr/>
            </p:nvSpPr>
            <p:spPr bwMode="auto">
              <a:xfrm>
                <a:off x="360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6" name="Line 45"/>
              <p:cNvSpPr>
                <a:spLocks noChangeShapeType="1"/>
              </p:cNvSpPr>
              <p:nvPr/>
            </p:nvSpPr>
            <p:spPr bwMode="auto">
              <a:xfrm>
                <a:off x="379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7" name="Line 46"/>
              <p:cNvSpPr>
                <a:spLocks noChangeShapeType="1"/>
              </p:cNvSpPr>
              <p:nvPr/>
            </p:nvSpPr>
            <p:spPr bwMode="auto">
              <a:xfrm>
                <a:off x="398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8" name="Line 47"/>
              <p:cNvSpPr>
                <a:spLocks noChangeShapeType="1"/>
              </p:cNvSpPr>
              <p:nvPr/>
            </p:nvSpPr>
            <p:spPr bwMode="auto">
              <a:xfrm>
                <a:off x="417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9" name="Line 48"/>
              <p:cNvSpPr>
                <a:spLocks noChangeShapeType="1"/>
              </p:cNvSpPr>
              <p:nvPr/>
            </p:nvSpPr>
            <p:spPr bwMode="auto">
              <a:xfrm>
                <a:off x="436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0" name="Line 49"/>
              <p:cNvSpPr>
                <a:spLocks noChangeShapeType="1"/>
              </p:cNvSpPr>
              <p:nvPr/>
            </p:nvSpPr>
            <p:spPr bwMode="auto">
              <a:xfrm>
                <a:off x="456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1" name="Line 50"/>
              <p:cNvSpPr>
                <a:spLocks noChangeShapeType="1"/>
              </p:cNvSpPr>
              <p:nvPr/>
            </p:nvSpPr>
            <p:spPr bwMode="auto">
              <a:xfrm>
                <a:off x="475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2" name="Line 51"/>
              <p:cNvSpPr>
                <a:spLocks noChangeShapeType="1"/>
              </p:cNvSpPr>
              <p:nvPr/>
            </p:nvSpPr>
            <p:spPr bwMode="auto">
              <a:xfrm>
                <a:off x="49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3" name="Line 52"/>
              <p:cNvSpPr>
                <a:spLocks noChangeShapeType="1"/>
              </p:cNvSpPr>
              <p:nvPr/>
            </p:nvSpPr>
            <p:spPr bwMode="auto">
              <a:xfrm>
                <a:off x="51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4" name="Line 53"/>
              <p:cNvSpPr>
                <a:spLocks noChangeShapeType="1"/>
              </p:cNvSpPr>
              <p:nvPr/>
            </p:nvSpPr>
            <p:spPr bwMode="auto">
              <a:xfrm>
                <a:off x="53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5" name="Line 54"/>
              <p:cNvSpPr>
                <a:spLocks noChangeShapeType="1"/>
              </p:cNvSpPr>
              <p:nvPr/>
            </p:nvSpPr>
            <p:spPr bwMode="auto">
              <a:xfrm>
                <a:off x="55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6" name="Line 55"/>
              <p:cNvSpPr>
                <a:spLocks noChangeShapeType="1"/>
              </p:cNvSpPr>
              <p:nvPr/>
            </p:nvSpPr>
            <p:spPr bwMode="auto">
              <a:xfrm>
                <a:off x="57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grpSp>
        <p:pic>
          <p:nvPicPr>
            <p:cNvPr id="2104" name="Picture 56"/>
            <p:cNvPicPr/>
            <p:nvPr/>
          </p:nvPicPr>
          <p:blipFill>
            <a:blip r:embed="rId2"/>
            <a:stretch>
              <a:fillRect/>
            </a:stretch>
          </p:blipFill>
          <p:spPr>
            <a:xfrm>
              <a:off x="5079" y="0"/>
              <a:ext cx="680" cy="4320"/>
            </a:xfrm>
            <a:prstGeom prst="rect">
              <a:avLst/>
            </a:prstGeom>
            <a:noFill/>
            <a:ln w="9525">
              <a:noFill/>
            </a:ln>
          </p:spPr>
        </p:pic>
      </p:grpSp>
      <p:sp>
        <p:nvSpPr>
          <p:cNvPr id="3129" name="Rectangle 57"/>
          <p:cNvSpPr>
            <a:spLocks noGrp="1" noChangeArrowheads="1"/>
          </p:cNvSpPr>
          <p:nvPr>
            <p:ph type="ctrTitle" sz="quarter"/>
          </p:nvPr>
        </p:nvSpPr>
        <p:spPr>
          <a:xfrm>
            <a:off x="228600" y="1981200"/>
            <a:ext cx="7772400" cy="1143000"/>
          </a:xfrm>
        </p:spPr>
        <p:txBody>
          <a:bodyPr/>
          <a:lstStyle>
            <a:lvl1pPr>
              <a:defRPr>
                <a:latin typeface="Arial" panose="020B0604020202020204" pitchFamily="34" charset="0"/>
              </a:defRPr>
            </a:lvl1pPr>
          </a:lstStyle>
          <a:p>
            <a:pPr fontAlgn="base"/>
            <a:r>
              <a:rPr lang="en-US" strike="noStrike" noProof="1" smtClean="0"/>
              <a:t>Click to edit Master title style</a:t>
            </a:r>
            <a:endParaRPr lang="en-US" strike="noStrike" noProof="1"/>
          </a:p>
        </p:txBody>
      </p:sp>
      <p:sp>
        <p:nvSpPr>
          <p:cNvPr id="3130" name="Rectangle 58"/>
          <p:cNvSpPr>
            <a:spLocks noGrp="1" noChangeArrowheads="1"/>
          </p:cNvSpPr>
          <p:nvPr>
            <p:ph type="subTitle" sz="quarter" idx="1"/>
          </p:nvPr>
        </p:nvSpPr>
        <p:spPr>
          <a:xfrm>
            <a:off x="914400" y="3581400"/>
            <a:ext cx="6400800" cy="1752600"/>
          </a:xfrm>
        </p:spPr>
        <p:txBody>
          <a:bodyPr/>
          <a:lstStyle>
            <a:lvl1pPr marL="0" indent="0" algn="ctr">
              <a:buFontTx/>
              <a:buNone/>
              <a:defRPr/>
            </a:lvl1pPr>
          </a:lstStyle>
          <a:p>
            <a:pPr fontAlgn="base"/>
            <a:r>
              <a:rPr lang="en-US" strike="noStrike" noProof="1" smtClean="0"/>
              <a:t>Click to edit Master subtitle style</a:t>
            </a:r>
            <a:endParaRPr lang="en-US" strike="noStrike" noProof="1"/>
          </a:p>
        </p:txBody>
      </p:sp>
      <p:sp>
        <p:nvSpPr>
          <p:cNvPr id="117" name="Rectangle 59"/>
          <p:cNvSpPr>
            <a:spLocks noGrp="1" noChangeArrowheads="1"/>
          </p:cNvSpPr>
          <p:nvPr>
            <p:ph type="dt" sz="quarter"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defRPr smtClean="0">
                <a:solidFill>
                  <a:srgbClr val="663300"/>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rgbClr val="663300"/>
              </a:solidFill>
              <a:effectLst/>
              <a:uLnTx/>
              <a:uFillTx/>
              <a:latin typeface="Tahoma" panose="020B0604030504040204" charset="0"/>
              <a:ea typeface="+mn-ea"/>
              <a:cs typeface="+mn-cs"/>
            </a:endParaRPr>
          </a:p>
        </p:txBody>
      </p:sp>
      <p:sp>
        <p:nvSpPr>
          <p:cNvPr id="118" name="Rectangle 6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defRPr smtClean="0">
                <a:solidFill>
                  <a:srgbClr val="663300"/>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rgbClr val="663300"/>
              </a:solidFill>
              <a:effectLst/>
              <a:uLnTx/>
              <a:uFillTx/>
              <a:latin typeface="Tahoma" panose="020B0604030504040204" charset="0"/>
              <a:ea typeface="+mn-ea"/>
              <a:cs typeface="+mn-cs"/>
            </a:endParaRPr>
          </a:p>
        </p:txBody>
      </p:sp>
      <p:sp>
        <p:nvSpPr>
          <p:cNvPr id="119" name="Rectangle 6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
            <a:pPr algn="r" fontAlgn="base">
              <a:spcBef>
                <a:spcPct val="50000"/>
              </a:spcBef>
              <a:buNone/>
            </a:pPr>
            <a:fld id="{9A0DB2DC-4C9A-4742-B13C-FB6460FD3503}" type="slidenum">
              <a:rPr lang="en-US" strike="noStrike" noProof="1" dirty="0">
                <a:solidFill>
                  <a:srgbClr val="663300"/>
                </a:solidFill>
                <a:latin typeface="Tahoma" panose="020B0604030504040204" charset="0"/>
                <a:ea typeface="+mn-ea"/>
                <a:cs typeface="+mn-cs"/>
              </a:rPr>
            </a:fld>
            <a:endParaRPr lang="en-US" strike="noStrike" noProof="1" dirty="0">
              <a:solidFill>
                <a:srgbClr val="6633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228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1910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 name="Slide Number Placeholder 8"/>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Slide Number Placeholder 4"/>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4" name="Slide Number Placeholder 3"/>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sz="3200" b="0" i="0" u="none" strike="noStrike" kern="0" cap="none" spc="0" normalizeH="0" baseline="0" noProof="0" smtClean="0">
                <a:ln>
                  <a:noFill/>
                </a:ln>
                <a:solidFill>
                  <a:schemeClr val="tx1"/>
                </a:solidFill>
                <a:effectLst/>
                <a:uLnTx/>
                <a:uFillTx/>
                <a:latin typeface="+mn-lt"/>
                <a:ea typeface="+mn-ea"/>
                <a:cs typeface="+mn-cs"/>
              </a:rPr>
              <a:t>Click icon to add picture</a:t>
            </a:r>
            <a:endParaRPr kumimoji="1"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457200"/>
            <a:ext cx="1943100" cy="5562600"/>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228600" y="457200"/>
            <a:ext cx="5676900" cy="5562600"/>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2413" cy="6858000"/>
            <a:chOff x="0" y="0"/>
            <a:chExt cx="5759" cy="4320"/>
          </a:xfrm>
        </p:grpSpPr>
        <p:grpSp>
          <p:nvGrpSpPr>
            <p:cNvPr id="2051" name="Group 3"/>
            <p:cNvGrpSpPr/>
            <p:nvPr/>
          </p:nvGrpSpPr>
          <p:grpSpPr>
            <a:xfrm>
              <a:off x="0" y="0"/>
              <a:ext cx="5759" cy="4319"/>
              <a:chOff x="0" y="0"/>
              <a:chExt cx="5759" cy="4319"/>
            </a:xfrm>
          </p:grpSpPr>
          <p:sp>
            <p:nvSpPr>
              <p:cNvPr id="65" name="Line 4"/>
              <p:cNvSpPr>
                <a:spLocks noChangeShapeType="1"/>
              </p:cNvSpPr>
              <p:nvPr/>
            </p:nvSpPr>
            <p:spPr bwMode="auto">
              <a:xfrm>
                <a:off x="0" y="14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6" name="Line 5"/>
              <p:cNvSpPr>
                <a:spLocks noChangeShapeType="1"/>
              </p:cNvSpPr>
              <p:nvPr/>
            </p:nvSpPr>
            <p:spPr bwMode="auto">
              <a:xfrm>
                <a:off x="0" y="33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7" name="Line 6"/>
              <p:cNvSpPr>
                <a:spLocks noChangeShapeType="1"/>
              </p:cNvSpPr>
              <p:nvPr/>
            </p:nvSpPr>
            <p:spPr bwMode="auto">
              <a:xfrm>
                <a:off x="0" y="52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8" name="Line 7"/>
              <p:cNvSpPr>
                <a:spLocks noChangeShapeType="1"/>
              </p:cNvSpPr>
              <p:nvPr/>
            </p:nvSpPr>
            <p:spPr bwMode="auto">
              <a:xfrm>
                <a:off x="0" y="72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9" name="Line 8"/>
              <p:cNvSpPr>
                <a:spLocks noChangeShapeType="1"/>
              </p:cNvSpPr>
              <p:nvPr/>
            </p:nvSpPr>
            <p:spPr bwMode="auto">
              <a:xfrm>
                <a:off x="0" y="91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0" name="Line 9"/>
              <p:cNvSpPr>
                <a:spLocks noChangeShapeType="1"/>
              </p:cNvSpPr>
              <p:nvPr/>
            </p:nvSpPr>
            <p:spPr bwMode="auto">
              <a:xfrm>
                <a:off x="0" y="110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1" name="Line 10"/>
              <p:cNvSpPr>
                <a:spLocks noChangeShapeType="1"/>
              </p:cNvSpPr>
              <p:nvPr/>
            </p:nvSpPr>
            <p:spPr bwMode="auto">
              <a:xfrm>
                <a:off x="0" y="129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2" name="Line 11"/>
              <p:cNvSpPr>
                <a:spLocks noChangeShapeType="1"/>
              </p:cNvSpPr>
              <p:nvPr/>
            </p:nvSpPr>
            <p:spPr bwMode="auto">
              <a:xfrm>
                <a:off x="0" y="148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3" name="Line 12"/>
              <p:cNvSpPr>
                <a:spLocks noChangeShapeType="1"/>
              </p:cNvSpPr>
              <p:nvPr/>
            </p:nvSpPr>
            <p:spPr bwMode="auto">
              <a:xfrm>
                <a:off x="0" y="168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4" name="Line 13"/>
              <p:cNvSpPr>
                <a:spLocks noChangeShapeType="1"/>
              </p:cNvSpPr>
              <p:nvPr/>
            </p:nvSpPr>
            <p:spPr bwMode="auto">
              <a:xfrm>
                <a:off x="0" y="187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5" name="Line 14"/>
              <p:cNvSpPr>
                <a:spLocks noChangeShapeType="1"/>
              </p:cNvSpPr>
              <p:nvPr/>
            </p:nvSpPr>
            <p:spPr bwMode="auto">
              <a:xfrm>
                <a:off x="0" y="206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6" name="Line 15"/>
              <p:cNvSpPr>
                <a:spLocks noChangeShapeType="1"/>
              </p:cNvSpPr>
              <p:nvPr/>
            </p:nvSpPr>
            <p:spPr bwMode="auto">
              <a:xfrm>
                <a:off x="0" y="225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7" name="Line 16"/>
              <p:cNvSpPr>
                <a:spLocks noChangeShapeType="1"/>
              </p:cNvSpPr>
              <p:nvPr/>
            </p:nvSpPr>
            <p:spPr bwMode="auto">
              <a:xfrm>
                <a:off x="0" y="244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8" name="Line 17"/>
              <p:cNvSpPr>
                <a:spLocks noChangeShapeType="1"/>
              </p:cNvSpPr>
              <p:nvPr/>
            </p:nvSpPr>
            <p:spPr bwMode="auto">
              <a:xfrm>
                <a:off x="0" y="264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9" name="Line 18"/>
              <p:cNvSpPr>
                <a:spLocks noChangeShapeType="1"/>
              </p:cNvSpPr>
              <p:nvPr/>
            </p:nvSpPr>
            <p:spPr bwMode="auto">
              <a:xfrm>
                <a:off x="0" y="283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0" name="Line 19"/>
              <p:cNvSpPr>
                <a:spLocks noChangeShapeType="1"/>
              </p:cNvSpPr>
              <p:nvPr/>
            </p:nvSpPr>
            <p:spPr bwMode="auto">
              <a:xfrm>
                <a:off x="0" y="302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1" name="Line 20"/>
              <p:cNvSpPr>
                <a:spLocks noChangeShapeType="1"/>
              </p:cNvSpPr>
              <p:nvPr/>
            </p:nvSpPr>
            <p:spPr bwMode="auto">
              <a:xfrm>
                <a:off x="0" y="321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2" name="Line 21"/>
              <p:cNvSpPr>
                <a:spLocks noChangeShapeType="1"/>
              </p:cNvSpPr>
              <p:nvPr/>
            </p:nvSpPr>
            <p:spPr bwMode="auto">
              <a:xfrm>
                <a:off x="0" y="340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3" name="Line 22"/>
              <p:cNvSpPr>
                <a:spLocks noChangeShapeType="1"/>
              </p:cNvSpPr>
              <p:nvPr/>
            </p:nvSpPr>
            <p:spPr bwMode="auto">
              <a:xfrm>
                <a:off x="0" y="360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4" name="Line 23"/>
              <p:cNvSpPr>
                <a:spLocks noChangeShapeType="1"/>
              </p:cNvSpPr>
              <p:nvPr/>
            </p:nvSpPr>
            <p:spPr bwMode="auto">
              <a:xfrm>
                <a:off x="0" y="379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5" name="Line 24"/>
              <p:cNvSpPr>
                <a:spLocks noChangeShapeType="1"/>
              </p:cNvSpPr>
              <p:nvPr/>
            </p:nvSpPr>
            <p:spPr bwMode="auto">
              <a:xfrm>
                <a:off x="0" y="398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6" name="Line 25"/>
              <p:cNvSpPr>
                <a:spLocks noChangeShapeType="1"/>
              </p:cNvSpPr>
              <p:nvPr/>
            </p:nvSpPr>
            <p:spPr bwMode="auto">
              <a:xfrm>
                <a:off x="0" y="417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7" name="Line 26"/>
              <p:cNvSpPr>
                <a:spLocks noChangeShapeType="1"/>
              </p:cNvSpPr>
              <p:nvPr/>
            </p:nvSpPr>
            <p:spPr bwMode="auto">
              <a:xfrm>
                <a:off x="1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8" name="Line 27"/>
              <p:cNvSpPr>
                <a:spLocks noChangeShapeType="1"/>
              </p:cNvSpPr>
              <p:nvPr/>
            </p:nvSpPr>
            <p:spPr bwMode="auto">
              <a:xfrm>
                <a:off x="3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9" name="Line 28"/>
              <p:cNvSpPr>
                <a:spLocks noChangeShapeType="1"/>
              </p:cNvSpPr>
              <p:nvPr/>
            </p:nvSpPr>
            <p:spPr bwMode="auto">
              <a:xfrm>
                <a:off x="5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0" name="Line 29"/>
              <p:cNvSpPr>
                <a:spLocks noChangeShapeType="1"/>
              </p:cNvSpPr>
              <p:nvPr/>
            </p:nvSpPr>
            <p:spPr bwMode="auto">
              <a:xfrm>
                <a:off x="7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1" name="Line 30"/>
              <p:cNvSpPr>
                <a:spLocks noChangeShapeType="1"/>
              </p:cNvSpPr>
              <p:nvPr/>
            </p:nvSpPr>
            <p:spPr bwMode="auto">
              <a:xfrm>
                <a:off x="9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2" name="Line 31"/>
              <p:cNvSpPr>
                <a:spLocks noChangeShapeType="1"/>
              </p:cNvSpPr>
              <p:nvPr/>
            </p:nvSpPr>
            <p:spPr bwMode="auto">
              <a:xfrm>
                <a:off x="110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3" name="Line 32"/>
              <p:cNvSpPr>
                <a:spLocks noChangeShapeType="1"/>
              </p:cNvSpPr>
              <p:nvPr/>
            </p:nvSpPr>
            <p:spPr bwMode="auto">
              <a:xfrm>
                <a:off x="129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4" name="Line 33"/>
              <p:cNvSpPr>
                <a:spLocks noChangeShapeType="1"/>
              </p:cNvSpPr>
              <p:nvPr/>
            </p:nvSpPr>
            <p:spPr bwMode="auto">
              <a:xfrm>
                <a:off x="148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5" name="Line 34"/>
              <p:cNvSpPr>
                <a:spLocks noChangeShapeType="1"/>
              </p:cNvSpPr>
              <p:nvPr/>
            </p:nvSpPr>
            <p:spPr bwMode="auto">
              <a:xfrm>
                <a:off x="168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6" name="Line 35"/>
              <p:cNvSpPr>
                <a:spLocks noChangeShapeType="1"/>
              </p:cNvSpPr>
              <p:nvPr/>
            </p:nvSpPr>
            <p:spPr bwMode="auto">
              <a:xfrm>
                <a:off x="187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7" name="Line 36"/>
              <p:cNvSpPr>
                <a:spLocks noChangeShapeType="1"/>
              </p:cNvSpPr>
              <p:nvPr/>
            </p:nvSpPr>
            <p:spPr bwMode="auto">
              <a:xfrm>
                <a:off x="206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8" name="Line 37"/>
              <p:cNvSpPr>
                <a:spLocks noChangeShapeType="1"/>
              </p:cNvSpPr>
              <p:nvPr/>
            </p:nvSpPr>
            <p:spPr bwMode="auto">
              <a:xfrm>
                <a:off x="225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9" name="Line 38"/>
              <p:cNvSpPr>
                <a:spLocks noChangeShapeType="1"/>
              </p:cNvSpPr>
              <p:nvPr/>
            </p:nvSpPr>
            <p:spPr bwMode="auto">
              <a:xfrm>
                <a:off x="244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0" name="Line 39"/>
              <p:cNvSpPr>
                <a:spLocks noChangeShapeType="1"/>
              </p:cNvSpPr>
              <p:nvPr/>
            </p:nvSpPr>
            <p:spPr bwMode="auto">
              <a:xfrm>
                <a:off x="264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1" name="Line 40"/>
              <p:cNvSpPr>
                <a:spLocks noChangeShapeType="1"/>
              </p:cNvSpPr>
              <p:nvPr/>
            </p:nvSpPr>
            <p:spPr bwMode="auto">
              <a:xfrm>
                <a:off x="283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2" name="Line 41"/>
              <p:cNvSpPr>
                <a:spLocks noChangeShapeType="1"/>
              </p:cNvSpPr>
              <p:nvPr/>
            </p:nvSpPr>
            <p:spPr bwMode="auto">
              <a:xfrm>
                <a:off x="302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3" name="Line 42"/>
              <p:cNvSpPr>
                <a:spLocks noChangeShapeType="1"/>
              </p:cNvSpPr>
              <p:nvPr/>
            </p:nvSpPr>
            <p:spPr bwMode="auto">
              <a:xfrm>
                <a:off x="321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4" name="Line 43"/>
              <p:cNvSpPr>
                <a:spLocks noChangeShapeType="1"/>
              </p:cNvSpPr>
              <p:nvPr/>
            </p:nvSpPr>
            <p:spPr bwMode="auto">
              <a:xfrm>
                <a:off x="340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5" name="Line 44"/>
              <p:cNvSpPr>
                <a:spLocks noChangeShapeType="1"/>
              </p:cNvSpPr>
              <p:nvPr/>
            </p:nvSpPr>
            <p:spPr bwMode="auto">
              <a:xfrm>
                <a:off x="360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6" name="Line 45"/>
              <p:cNvSpPr>
                <a:spLocks noChangeShapeType="1"/>
              </p:cNvSpPr>
              <p:nvPr/>
            </p:nvSpPr>
            <p:spPr bwMode="auto">
              <a:xfrm>
                <a:off x="379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7" name="Line 46"/>
              <p:cNvSpPr>
                <a:spLocks noChangeShapeType="1"/>
              </p:cNvSpPr>
              <p:nvPr/>
            </p:nvSpPr>
            <p:spPr bwMode="auto">
              <a:xfrm>
                <a:off x="398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8" name="Line 47"/>
              <p:cNvSpPr>
                <a:spLocks noChangeShapeType="1"/>
              </p:cNvSpPr>
              <p:nvPr/>
            </p:nvSpPr>
            <p:spPr bwMode="auto">
              <a:xfrm>
                <a:off x="417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09" name="Line 48"/>
              <p:cNvSpPr>
                <a:spLocks noChangeShapeType="1"/>
              </p:cNvSpPr>
              <p:nvPr/>
            </p:nvSpPr>
            <p:spPr bwMode="auto">
              <a:xfrm>
                <a:off x="436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0" name="Line 49"/>
              <p:cNvSpPr>
                <a:spLocks noChangeShapeType="1"/>
              </p:cNvSpPr>
              <p:nvPr/>
            </p:nvSpPr>
            <p:spPr bwMode="auto">
              <a:xfrm>
                <a:off x="456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1" name="Line 50"/>
              <p:cNvSpPr>
                <a:spLocks noChangeShapeType="1"/>
              </p:cNvSpPr>
              <p:nvPr/>
            </p:nvSpPr>
            <p:spPr bwMode="auto">
              <a:xfrm>
                <a:off x="475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2" name="Line 51"/>
              <p:cNvSpPr>
                <a:spLocks noChangeShapeType="1"/>
              </p:cNvSpPr>
              <p:nvPr/>
            </p:nvSpPr>
            <p:spPr bwMode="auto">
              <a:xfrm>
                <a:off x="49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3" name="Line 52"/>
              <p:cNvSpPr>
                <a:spLocks noChangeShapeType="1"/>
              </p:cNvSpPr>
              <p:nvPr/>
            </p:nvSpPr>
            <p:spPr bwMode="auto">
              <a:xfrm>
                <a:off x="51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4" name="Line 53"/>
              <p:cNvSpPr>
                <a:spLocks noChangeShapeType="1"/>
              </p:cNvSpPr>
              <p:nvPr/>
            </p:nvSpPr>
            <p:spPr bwMode="auto">
              <a:xfrm>
                <a:off x="53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5" name="Line 54"/>
              <p:cNvSpPr>
                <a:spLocks noChangeShapeType="1"/>
              </p:cNvSpPr>
              <p:nvPr/>
            </p:nvSpPr>
            <p:spPr bwMode="auto">
              <a:xfrm>
                <a:off x="55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116" name="Line 55"/>
              <p:cNvSpPr>
                <a:spLocks noChangeShapeType="1"/>
              </p:cNvSpPr>
              <p:nvPr/>
            </p:nvSpPr>
            <p:spPr bwMode="auto">
              <a:xfrm>
                <a:off x="57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grpSp>
        <p:pic>
          <p:nvPicPr>
            <p:cNvPr id="2104" name="Picture 56"/>
            <p:cNvPicPr/>
            <p:nvPr/>
          </p:nvPicPr>
          <p:blipFill>
            <a:blip r:embed="rId2"/>
            <a:stretch>
              <a:fillRect/>
            </a:stretch>
          </p:blipFill>
          <p:spPr>
            <a:xfrm>
              <a:off x="5079" y="0"/>
              <a:ext cx="680" cy="4320"/>
            </a:xfrm>
            <a:prstGeom prst="rect">
              <a:avLst/>
            </a:prstGeom>
            <a:noFill/>
            <a:ln w="9525">
              <a:noFill/>
            </a:ln>
          </p:spPr>
        </p:pic>
      </p:grpSp>
      <p:sp>
        <p:nvSpPr>
          <p:cNvPr id="3129" name="Rectangle 57"/>
          <p:cNvSpPr>
            <a:spLocks noGrp="1" noChangeArrowheads="1"/>
          </p:cNvSpPr>
          <p:nvPr>
            <p:ph type="ctrTitle" sz="quarter"/>
          </p:nvPr>
        </p:nvSpPr>
        <p:spPr>
          <a:xfrm>
            <a:off x="228600" y="1981200"/>
            <a:ext cx="7772400" cy="1143000"/>
          </a:xfrm>
        </p:spPr>
        <p:txBody>
          <a:bodyPr/>
          <a:lstStyle>
            <a:lvl1pPr>
              <a:defRPr>
                <a:latin typeface="Arial" panose="020B0604020202020204" pitchFamily="34" charset="0"/>
              </a:defRPr>
            </a:lvl1pPr>
          </a:lstStyle>
          <a:p>
            <a:pPr fontAlgn="base"/>
            <a:r>
              <a:rPr lang="en-US" strike="noStrike" noProof="1" smtClean="0"/>
              <a:t>Click to edit Master title style</a:t>
            </a:r>
            <a:endParaRPr lang="en-US" strike="noStrike" noProof="1"/>
          </a:p>
        </p:txBody>
      </p:sp>
      <p:sp>
        <p:nvSpPr>
          <p:cNvPr id="3130" name="Rectangle 58"/>
          <p:cNvSpPr>
            <a:spLocks noGrp="1" noChangeArrowheads="1"/>
          </p:cNvSpPr>
          <p:nvPr>
            <p:ph type="subTitle" sz="quarter" idx="1"/>
          </p:nvPr>
        </p:nvSpPr>
        <p:spPr>
          <a:xfrm>
            <a:off x="914400" y="3581400"/>
            <a:ext cx="6400800" cy="1752600"/>
          </a:xfrm>
        </p:spPr>
        <p:txBody>
          <a:bodyPr/>
          <a:lstStyle>
            <a:lvl1pPr marL="0" indent="0" algn="ctr">
              <a:buFontTx/>
              <a:buNone/>
              <a:defRPr/>
            </a:lvl1pPr>
          </a:lstStyle>
          <a:p>
            <a:pPr fontAlgn="base"/>
            <a:r>
              <a:rPr lang="en-US" strike="noStrike" noProof="1" smtClean="0"/>
              <a:t>Click to edit Master subtitle style</a:t>
            </a:r>
            <a:endParaRPr lang="en-US" strike="noStrike" noProof="1"/>
          </a:p>
        </p:txBody>
      </p:sp>
      <p:sp>
        <p:nvSpPr>
          <p:cNvPr id="117" name="Rectangle 59"/>
          <p:cNvSpPr>
            <a:spLocks noGrp="1" noChangeArrowheads="1"/>
          </p:cNvSpPr>
          <p:nvPr>
            <p:ph type="dt" sz="quarter"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defRPr smtClean="0">
                <a:solidFill>
                  <a:srgbClr val="663300"/>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rgbClr val="663300"/>
              </a:solidFill>
              <a:effectLst/>
              <a:uLnTx/>
              <a:uFillTx/>
              <a:latin typeface="Tahoma" panose="020B0604030504040204" charset="0"/>
              <a:ea typeface="+mn-ea"/>
              <a:cs typeface="+mn-cs"/>
            </a:endParaRPr>
          </a:p>
        </p:txBody>
      </p:sp>
      <p:sp>
        <p:nvSpPr>
          <p:cNvPr id="118" name="Rectangle 6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defRPr smtClean="0">
                <a:solidFill>
                  <a:srgbClr val="663300"/>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rgbClr val="663300"/>
              </a:solidFill>
              <a:effectLst/>
              <a:uLnTx/>
              <a:uFillTx/>
              <a:latin typeface="Tahoma" panose="020B0604030504040204" charset="0"/>
              <a:ea typeface="+mn-ea"/>
              <a:cs typeface="+mn-cs"/>
            </a:endParaRPr>
          </a:p>
        </p:txBody>
      </p:sp>
      <p:sp>
        <p:nvSpPr>
          <p:cNvPr id="119" name="Rectangle 6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
            <a:pPr algn="r" fontAlgn="base">
              <a:spcBef>
                <a:spcPct val="50000"/>
              </a:spcBef>
              <a:buNone/>
            </a:pPr>
            <a:fld id="{9A0DB2DC-4C9A-4742-B13C-FB6460FD3503}" type="slidenum">
              <a:rPr lang="en-US" strike="noStrike" noProof="1" dirty="0">
                <a:solidFill>
                  <a:srgbClr val="663300"/>
                </a:solidFill>
                <a:latin typeface="Tahoma" panose="020B0604030504040204" charset="0"/>
                <a:ea typeface="+mn-ea"/>
                <a:cs typeface="+mn-cs"/>
              </a:rPr>
            </a:fld>
            <a:endParaRPr lang="en-US" strike="noStrike" noProof="1" dirty="0">
              <a:solidFill>
                <a:srgbClr val="6633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en-US" strike="noStrike" noProof="1" smtClean="0"/>
              <a:t>Click to edit Master text styles</a:t>
            </a:r>
            <a:endParaRPr lang="en-US" strike="noStrike" noProof="1"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228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1910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9" name="Slide Number Placeholder 8"/>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Slide Number Placeholder 4"/>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4" name="Slide Number Placeholder 3"/>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sz="3200" b="0" i="0" u="none" strike="noStrike" kern="0" cap="none" spc="0" normalizeH="0" baseline="0" noProof="0" smtClean="0">
                <a:ln>
                  <a:noFill/>
                </a:ln>
                <a:solidFill>
                  <a:schemeClr val="tx1"/>
                </a:solidFill>
                <a:effectLst/>
                <a:uLnTx/>
                <a:uFillTx/>
                <a:latin typeface="+mn-lt"/>
                <a:ea typeface="+mn-ea"/>
                <a:cs typeface="+mn-cs"/>
              </a:rPr>
              <a:t>Click icon to add picture</a:t>
            </a:r>
            <a:endParaRPr kumimoji="1"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smtClean="0"/>
              <a:t>Click to edit Master text styles</a:t>
            </a:r>
            <a:endParaRPr lang="en-US" strike="noStrike" noProof="1"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7" name="Slide Number Placeholder 6"/>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457200"/>
            <a:ext cx="1943100" cy="5562600"/>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228600" y="457200"/>
            <a:ext cx="5676900" cy="5562600"/>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6" name="Slide Number Placeholder 5"/>
          <p:cNvSpPr>
            <a:spLocks noGrp="1"/>
          </p:cNvSpPr>
          <p:nvPr>
            <p:ph type="sldNum" sz="quarter" idx="12"/>
          </p:nvPr>
        </p:nvSpPr>
        <p:spPr/>
        <p:txBody>
          <a:bodyPr/>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0" y="0"/>
            <a:ext cx="9142413" cy="6858000"/>
            <a:chOff x="0" y="0"/>
            <a:chExt cx="5759" cy="4320"/>
          </a:xfrm>
        </p:grpSpPr>
        <p:grpSp>
          <p:nvGrpSpPr>
            <p:cNvPr id="1027" name="Group 3"/>
            <p:cNvGrpSpPr/>
            <p:nvPr/>
          </p:nvGrpSpPr>
          <p:grpSpPr>
            <a:xfrm>
              <a:off x="0" y="0"/>
              <a:ext cx="5759" cy="4319"/>
              <a:chOff x="0" y="0"/>
              <a:chExt cx="5759" cy="4319"/>
            </a:xfrm>
          </p:grpSpPr>
          <p:sp>
            <p:nvSpPr>
              <p:cNvPr id="2052" name="Line 4"/>
              <p:cNvSpPr>
                <a:spLocks noChangeShapeType="1"/>
              </p:cNvSpPr>
              <p:nvPr/>
            </p:nvSpPr>
            <p:spPr bwMode="auto">
              <a:xfrm>
                <a:off x="0" y="14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3" name="Line 5"/>
              <p:cNvSpPr>
                <a:spLocks noChangeShapeType="1"/>
              </p:cNvSpPr>
              <p:nvPr/>
            </p:nvSpPr>
            <p:spPr bwMode="auto">
              <a:xfrm>
                <a:off x="0" y="33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4" name="Line 6"/>
              <p:cNvSpPr>
                <a:spLocks noChangeShapeType="1"/>
              </p:cNvSpPr>
              <p:nvPr/>
            </p:nvSpPr>
            <p:spPr bwMode="auto">
              <a:xfrm>
                <a:off x="0" y="52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5" name="Line 7"/>
              <p:cNvSpPr>
                <a:spLocks noChangeShapeType="1"/>
              </p:cNvSpPr>
              <p:nvPr/>
            </p:nvSpPr>
            <p:spPr bwMode="auto">
              <a:xfrm>
                <a:off x="0" y="72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6" name="Line 8"/>
              <p:cNvSpPr>
                <a:spLocks noChangeShapeType="1"/>
              </p:cNvSpPr>
              <p:nvPr/>
            </p:nvSpPr>
            <p:spPr bwMode="auto">
              <a:xfrm>
                <a:off x="0" y="91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7" name="Line 9"/>
              <p:cNvSpPr>
                <a:spLocks noChangeShapeType="1"/>
              </p:cNvSpPr>
              <p:nvPr/>
            </p:nvSpPr>
            <p:spPr bwMode="auto">
              <a:xfrm>
                <a:off x="0" y="110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8" name="Line 10"/>
              <p:cNvSpPr>
                <a:spLocks noChangeShapeType="1"/>
              </p:cNvSpPr>
              <p:nvPr/>
            </p:nvSpPr>
            <p:spPr bwMode="auto">
              <a:xfrm>
                <a:off x="0" y="129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9" name="Line 11"/>
              <p:cNvSpPr>
                <a:spLocks noChangeShapeType="1"/>
              </p:cNvSpPr>
              <p:nvPr/>
            </p:nvSpPr>
            <p:spPr bwMode="auto">
              <a:xfrm>
                <a:off x="0" y="148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0" name="Line 12"/>
              <p:cNvSpPr>
                <a:spLocks noChangeShapeType="1"/>
              </p:cNvSpPr>
              <p:nvPr/>
            </p:nvSpPr>
            <p:spPr bwMode="auto">
              <a:xfrm>
                <a:off x="0" y="168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1" name="Line 13"/>
              <p:cNvSpPr>
                <a:spLocks noChangeShapeType="1"/>
              </p:cNvSpPr>
              <p:nvPr/>
            </p:nvSpPr>
            <p:spPr bwMode="auto">
              <a:xfrm>
                <a:off x="0" y="187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2" name="Line 14"/>
              <p:cNvSpPr>
                <a:spLocks noChangeShapeType="1"/>
              </p:cNvSpPr>
              <p:nvPr/>
            </p:nvSpPr>
            <p:spPr bwMode="auto">
              <a:xfrm>
                <a:off x="0" y="206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3" name="Line 15"/>
              <p:cNvSpPr>
                <a:spLocks noChangeShapeType="1"/>
              </p:cNvSpPr>
              <p:nvPr/>
            </p:nvSpPr>
            <p:spPr bwMode="auto">
              <a:xfrm>
                <a:off x="0" y="225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4" name="Line 16"/>
              <p:cNvSpPr>
                <a:spLocks noChangeShapeType="1"/>
              </p:cNvSpPr>
              <p:nvPr/>
            </p:nvSpPr>
            <p:spPr bwMode="auto">
              <a:xfrm>
                <a:off x="0" y="244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5" name="Line 17"/>
              <p:cNvSpPr>
                <a:spLocks noChangeShapeType="1"/>
              </p:cNvSpPr>
              <p:nvPr/>
            </p:nvSpPr>
            <p:spPr bwMode="auto">
              <a:xfrm>
                <a:off x="0" y="264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6" name="Line 18"/>
              <p:cNvSpPr>
                <a:spLocks noChangeShapeType="1"/>
              </p:cNvSpPr>
              <p:nvPr/>
            </p:nvSpPr>
            <p:spPr bwMode="auto">
              <a:xfrm>
                <a:off x="0" y="283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7" name="Line 19"/>
              <p:cNvSpPr>
                <a:spLocks noChangeShapeType="1"/>
              </p:cNvSpPr>
              <p:nvPr/>
            </p:nvSpPr>
            <p:spPr bwMode="auto">
              <a:xfrm>
                <a:off x="0" y="302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8" name="Line 20"/>
              <p:cNvSpPr>
                <a:spLocks noChangeShapeType="1"/>
              </p:cNvSpPr>
              <p:nvPr/>
            </p:nvSpPr>
            <p:spPr bwMode="auto">
              <a:xfrm>
                <a:off x="0" y="321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9" name="Line 21"/>
              <p:cNvSpPr>
                <a:spLocks noChangeShapeType="1"/>
              </p:cNvSpPr>
              <p:nvPr/>
            </p:nvSpPr>
            <p:spPr bwMode="auto">
              <a:xfrm>
                <a:off x="0" y="340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0" name="Line 22"/>
              <p:cNvSpPr>
                <a:spLocks noChangeShapeType="1"/>
              </p:cNvSpPr>
              <p:nvPr/>
            </p:nvSpPr>
            <p:spPr bwMode="auto">
              <a:xfrm>
                <a:off x="0" y="360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1" name="Line 23"/>
              <p:cNvSpPr>
                <a:spLocks noChangeShapeType="1"/>
              </p:cNvSpPr>
              <p:nvPr/>
            </p:nvSpPr>
            <p:spPr bwMode="auto">
              <a:xfrm>
                <a:off x="0" y="379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2" name="Line 24"/>
              <p:cNvSpPr>
                <a:spLocks noChangeShapeType="1"/>
              </p:cNvSpPr>
              <p:nvPr/>
            </p:nvSpPr>
            <p:spPr bwMode="auto">
              <a:xfrm>
                <a:off x="0" y="398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3" name="Line 25"/>
              <p:cNvSpPr>
                <a:spLocks noChangeShapeType="1"/>
              </p:cNvSpPr>
              <p:nvPr/>
            </p:nvSpPr>
            <p:spPr bwMode="auto">
              <a:xfrm>
                <a:off x="0" y="417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4" name="Line 26"/>
              <p:cNvSpPr>
                <a:spLocks noChangeShapeType="1"/>
              </p:cNvSpPr>
              <p:nvPr/>
            </p:nvSpPr>
            <p:spPr bwMode="auto">
              <a:xfrm>
                <a:off x="1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5" name="Line 27"/>
              <p:cNvSpPr>
                <a:spLocks noChangeShapeType="1"/>
              </p:cNvSpPr>
              <p:nvPr/>
            </p:nvSpPr>
            <p:spPr bwMode="auto">
              <a:xfrm>
                <a:off x="3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6" name="Line 28"/>
              <p:cNvSpPr>
                <a:spLocks noChangeShapeType="1"/>
              </p:cNvSpPr>
              <p:nvPr/>
            </p:nvSpPr>
            <p:spPr bwMode="auto">
              <a:xfrm>
                <a:off x="5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7" name="Line 29"/>
              <p:cNvSpPr>
                <a:spLocks noChangeShapeType="1"/>
              </p:cNvSpPr>
              <p:nvPr/>
            </p:nvSpPr>
            <p:spPr bwMode="auto">
              <a:xfrm>
                <a:off x="7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8" name="Line 30"/>
              <p:cNvSpPr>
                <a:spLocks noChangeShapeType="1"/>
              </p:cNvSpPr>
              <p:nvPr/>
            </p:nvSpPr>
            <p:spPr bwMode="auto">
              <a:xfrm>
                <a:off x="9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9" name="Line 31"/>
              <p:cNvSpPr>
                <a:spLocks noChangeShapeType="1"/>
              </p:cNvSpPr>
              <p:nvPr/>
            </p:nvSpPr>
            <p:spPr bwMode="auto">
              <a:xfrm>
                <a:off x="110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0" name="Line 32"/>
              <p:cNvSpPr>
                <a:spLocks noChangeShapeType="1"/>
              </p:cNvSpPr>
              <p:nvPr/>
            </p:nvSpPr>
            <p:spPr bwMode="auto">
              <a:xfrm>
                <a:off x="129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1" name="Line 33"/>
              <p:cNvSpPr>
                <a:spLocks noChangeShapeType="1"/>
              </p:cNvSpPr>
              <p:nvPr/>
            </p:nvSpPr>
            <p:spPr bwMode="auto">
              <a:xfrm>
                <a:off x="148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2" name="Line 34"/>
              <p:cNvSpPr>
                <a:spLocks noChangeShapeType="1"/>
              </p:cNvSpPr>
              <p:nvPr/>
            </p:nvSpPr>
            <p:spPr bwMode="auto">
              <a:xfrm>
                <a:off x="168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3" name="Line 35"/>
              <p:cNvSpPr>
                <a:spLocks noChangeShapeType="1"/>
              </p:cNvSpPr>
              <p:nvPr/>
            </p:nvSpPr>
            <p:spPr bwMode="auto">
              <a:xfrm>
                <a:off x="187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4" name="Line 36"/>
              <p:cNvSpPr>
                <a:spLocks noChangeShapeType="1"/>
              </p:cNvSpPr>
              <p:nvPr/>
            </p:nvSpPr>
            <p:spPr bwMode="auto">
              <a:xfrm>
                <a:off x="206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5" name="Line 37"/>
              <p:cNvSpPr>
                <a:spLocks noChangeShapeType="1"/>
              </p:cNvSpPr>
              <p:nvPr/>
            </p:nvSpPr>
            <p:spPr bwMode="auto">
              <a:xfrm>
                <a:off x="225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6" name="Line 38"/>
              <p:cNvSpPr>
                <a:spLocks noChangeShapeType="1"/>
              </p:cNvSpPr>
              <p:nvPr/>
            </p:nvSpPr>
            <p:spPr bwMode="auto">
              <a:xfrm>
                <a:off x="244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7" name="Line 39"/>
              <p:cNvSpPr>
                <a:spLocks noChangeShapeType="1"/>
              </p:cNvSpPr>
              <p:nvPr/>
            </p:nvSpPr>
            <p:spPr bwMode="auto">
              <a:xfrm>
                <a:off x="264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8" name="Line 40"/>
              <p:cNvSpPr>
                <a:spLocks noChangeShapeType="1"/>
              </p:cNvSpPr>
              <p:nvPr/>
            </p:nvSpPr>
            <p:spPr bwMode="auto">
              <a:xfrm>
                <a:off x="283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9" name="Line 41"/>
              <p:cNvSpPr>
                <a:spLocks noChangeShapeType="1"/>
              </p:cNvSpPr>
              <p:nvPr/>
            </p:nvSpPr>
            <p:spPr bwMode="auto">
              <a:xfrm>
                <a:off x="302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0" name="Line 42"/>
              <p:cNvSpPr>
                <a:spLocks noChangeShapeType="1"/>
              </p:cNvSpPr>
              <p:nvPr/>
            </p:nvSpPr>
            <p:spPr bwMode="auto">
              <a:xfrm>
                <a:off x="321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1" name="Line 43"/>
              <p:cNvSpPr>
                <a:spLocks noChangeShapeType="1"/>
              </p:cNvSpPr>
              <p:nvPr/>
            </p:nvSpPr>
            <p:spPr bwMode="auto">
              <a:xfrm>
                <a:off x="340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2" name="Line 44"/>
              <p:cNvSpPr>
                <a:spLocks noChangeShapeType="1"/>
              </p:cNvSpPr>
              <p:nvPr/>
            </p:nvSpPr>
            <p:spPr bwMode="auto">
              <a:xfrm>
                <a:off x="360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3" name="Line 45"/>
              <p:cNvSpPr>
                <a:spLocks noChangeShapeType="1"/>
              </p:cNvSpPr>
              <p:nvPr/>
            </p:nvSpPr>
            <p:spPr bwMode="auto">
              <a:xfrm>
                <a:off x="379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4" name="Line 46"/>
              <p:cNvSpPr>
                <a:spLocks noChangeShapeType="1"/>
              </p:cNvSpPr>
              <p:nvPr/>
            </p:nvSpPr>
            <p:spPr bwMode="auto">
              <a:xfrm>
                <a:off x="398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5" name="Line 47"/>
              <p:cNvSpPr>
                <a:spLocks noChangeShapeType="1"/>
              </p:cNvSpPr>
              <p:nvPr/>
            </p:nvSpPr>
            <p:spPr bwMode="auto">
              <a:xfrm>
                <a:off x="417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6" name="Line 48"/>
              <p:cNvSpPr>
                <a:spLocks noChangeShapeType="1"/>
              </p:cNvSpPr>
              <p:nvPr/>
            </p:nvSpPr>
            <p:spPr bwMode="auto">
              <a:xfrm>
                <a:off x="436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7" name="Line 49"/>
              <p:cNvSpPr>
                <a:spLocks noChangeShapeType="1"/>
              </p:cNvSpPr>
              <p:nvPr/>
            </p:nvSpPr>
            <p:spPr bwMode="auto">
              <a:xfrm>
                <a:off x="456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8" name="Line 50"/>
              <p:cNvSpPr>
                <a:spLocks noChangeShapeType="1"/>
              </p:cNvSpPr>
              <p:nvPr/>
            </p:nvSpPr>
            <p:spPr bwMode="auto">
              <a:xfrm>
                <a:off x="475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9" name="Line 51"/>
              <p:cNvSpPr>
                <a:spLocks noChangeShapeType="1"/>
              </p:cNvSpPr>
              <p:nvPr/>
            </p:nvSpPr>
            <p:spPr bwMode="auto">
              <a:xfrm>
                <a:off x="49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0" name="Line 52"/>
              <p:cNvSpPr>
                <a:spLocks noChangeShapeType="1"/>
              </p:cNvSpPr>
              <p:nvPr/>
            </p:nvSpPr>
            <p:spPr bwMode="auto">
              <a:xfrm>
                <a:off x="51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1" name="Line 53"/>
              <p:cNvSpPr>
                <a:spLocks noChangeShapeType="1"/>
              </p:cNvSpPr>
              <p:nvPr/>
            </p:nvSpPr>
            <p:spPr bwMode="auto">
              <a:xfrm>
                <a:off x="53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2" name="Line 54"/>
              <p:cNvSpPr>
                <a:spLocks noChangeShapeType="1"/>
              </p:cNvSpPr>
              <p:nvPr/>
            </p:nvSpPr>
            <p:spPr bwMode="auto">
              <a:xfrm>
                <a:off x="55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3" name="Line 55"/>
              <p:cNvSpPr>
                <a:spLocks noChangeShapeType="1"/>
              </p:cNvSpPr>
              <p:nvPr/>
            </p:nvSpPr>
            <p:spPr bwMode="auto">
              <a:xfrm>
                <a:off x="57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grpSp>
        <p:pic>
          <p:nvPicPr>
            <p:cNvPr id="1080" name="Picture 56"/>
            <p:cNvPicPr/>
            <p:nvPr/>
          </p:nvPicPr>
          <p:blipFill>
            <a:blip r:embed="rId12"/>
            <a:stretch>
              <a:fillRect/>
            </a:stretch>
          </p:blipFill>
          <p:spPr>
            <a:xfrm>
              <a:off x="5079" y="0"/>
              <a:ext cx="680" cy="4320"/>
            </a:xfrm>
            <a:prstGeom prst="rect">
              <a:avLst/>
            </a:prstGeom>
            <a:noFill/>
            <a:ln w="9525">
              <a:noFill/>
            </a:ln>
          </p:spPr>
        </p:pic>
      </p:grpSp>
      <p:sp>
        <p:nvSpPr>
          <p:cNvPr id="1081" name="Rectangle 57"/>
          <p:cNvSpPr>
            <a:spLocks noGrp="1"/>
          </p:cNvSpPr>
          <p:nvPr>
            <p:ph type="title"/>
          </p:nvPr>
        </p:nvSpPr>
        <p:spPr>
          <a:xfrm>
            <a:off x="228600" y="457200"/>
            <a:ext cx="7772400" cy="1143000"/>
          </a:xfrm>
          <a:prstGeom prst="rect">
            <a:avLst/>
          </a:prstGeom>
          <a:noFill/>
          <a:ln w="9525">
            <a:noFill/>
          </a:ln>
        </p:spPr>
        <p:txBody>
          <a:bodyPr lIns="92075" tIns="46038" rIns="92075" bIns="46038" anchor="ctr" anchorCtr="0"/>
          <a:p>
            <a:pPr lvl="0"/>
            <a:r>
              <a:rPr lang="en-US" dirty="0"/>
              <a:t>Click to edit Master title style</a:t>
            </a:r>
            <a:endParaRPr lang="en-US" dirty="0"/>
          </a:p>
        </p:txBody>
      </p:sp>
      <p:sp>
        <p:nvSpPr>
          <p:cNvPr id="1082" name="Rectangle 58"/>
          <p:cNvSpPr>
            <a:spLocks noGrp="1"/>
          </p:cNvSpPr>
          <p:nvPr>
            <p:ph type="body"/>
          </p:nvPr>
        </p:nvSpPr>
        <p:spPr>
          <a:xfrm>
            <a:off x="228600" y="1905000"/>
            <a:ext cx="7772400" cy="4114800"/>
          </a:xfrm>
          <a:prstGeom prst="rect">
            <a:avLst/>
          </a:prstGeom>
          <a:noFill/>
          <a:ln w="9525">
            <a:noFill/>
          </a:ln>
        </p:spPr>
        <p:txBody>
          <a:bodyPr lIns="92075" tIns="46038" rIns="92075" bIns="46038" anchor="t" anchorCtr="0"/>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107" name="Rectangle 5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spcBef>
                <a:spcPct val="50000"/>
              </a:spcBef>
              <a:defRPr sz="1400" smtClean="0"/>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8" name="Rectangle 6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ctr">
              <a:spcBef>
                <a:spcPct val="50000"/>
              </a:spcBef>
              <a:defRPr sz="1400" smtClean="0"/>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9" name="Rectangle 6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a:defRPr sz="1400"/>
            </a:lvl1pPr>
          </a:lstStyle>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charset="0"/>
        </a:defRPr>
      </a:lvl2pPr>
      <a:lvl3pPr algn="ctr" rtl="0" fontAlgn="base">
        <a:spcBef>
          <a:spcPct val="0"/>
        </a:spcBef>
        <a:spcAft>
          <a:spcPct val="0"/>
        </a:spcAft>
        <a:defRPr kumimoji="1" sz="4400">
          <a:solidFill>
            <a:schemeClr val="tx2"/>
          </a:solidFill>
          <a:latin typeface="Times New Roman" panose="02020603050405020304" charset="0"/>
        </a:defRPr>
      </a:lvl3pPr>
      <a:lvl4pPr algn="ctr" rtl="0" fontAlgn="base">
        <a:spcBef>
          <a:spcPct val="0"/>
        </a:spcBef>
        <a:spcAft>
          <a:spcPct val="0"/>
        </a:spcAft>
        <a:defRPr kumimoji="1" sz="4400">
          <a:solidFill>
            <a:schemeClr val="tx2"/>
          </a:solidFill>
          <a:latin typeface="Times New Roman" panose="02020603050405020304" charset="0"/>
        </a:defRPr>
      </a:lvl4pPr>
      <a:lvl5pPr algn="ctr" rtl="0" fontAlgn="base">
        <a:spcBef>
          <a:spcPct val="0"/>
        </a:spcBef>
        <a:spcAft>
          <a:spcPct val="0"/>
        </a:spcAft>
        <a:defRPr kumimoji="1" sz="4400">
          <a:solidFill>
            <a:schemeClr val="tx2"/>
          </a:solidFill>
          <a:latin typeface="Times New Roman" panose="02020603050405020304" charset="0"/>
        </a:defRPr>
      </a:lvl5pPr>
      <a:lvl6pPr marL="457200" algn="ctr" rtl="0" eaLnBrk="1" fontAlgn="base" hangingPunct="1">
        <a:spcBef>
          <a:spcPct val="0"/>
        </a:spcBef>
        <a:spcAft>
          <a:spcPct val="0"/>
        </a:spcAft>
        <a:defRPr kumimoji="1" sz="4400">
          <a:solidFill>
            <a:schemeClr val="tx2"/>
          </a:solidFill>
          <a:latin typeface="Times New Roman" panose="02020603050405020304" charset="0"/>
        </a:defRPr>
      </a:lvl6pPr>
      <a:lvl7pPr marL="914400" algn="ctr" rtl="0" eaLnBrk="1" fontAlgn="base" hangingPunct="1">
        <a:spcBef>
          <a:spcPct val="0"/>
        </a:spcBef>
        <a:spcAft>
          <a:spcPct val="0"/>
        </a:spcAft>
        <a:defRPr kumimoji="1" sz="4400">
          <a:solidFill>
            <a:schemeClr val="tx2"/>
          </a:solidFill>
          <a:latin typeface="Times New Roman" panose="02020603050405020304" charset="0"/>
        </a:defRPr>
      </a:lvl7pPr>
      <a:lvl8pPr marL="1371600" algn="ctr" rtl="0" eaLnBrk="1" fontAlgn="base" hangingPunct="1">
        <a:spcBef>
          <a:spcPct val="0"/>
        </a:spcBef>
        <a:spcAft>
          <a:spcPct val="0"/>
        </a:spcAft>
        <a:defRPr kumimoji="1" sz="4400">
          <a:solidFill>
            <a:schemeClr val="tx2"/>
          </a:solidFill>
          <a:latin typeface="Times New Roman" panose="02020603050405020304" charset="0"/>
        </a:defRPr>
      </a:lvl8pPr>
      <a:lvl9pPr marL="1828800" algn="ctr" rtl="0" eaLnBrk="1" fontAlgn="base" hangingPunct="1">
        <a:spcBef>
          <a:spcPct val="0"/>
        </a:spcBef>
        <a:spcAft>
          <a:spcPct val="0"/>
        </a:spcAft>
        <a:defRPr kumimoji="1" sz="4400">
          <a:solidFill>
            <a:schemeClr val="tx2"/>
          </a:solidFill>
          <a:latin typeface="Times New Roman" panose="02020603050405020304" charset="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defRPr>
      </a:lvl2pPr>
      <a:lvl3pPr marL="1143000" indent="-228600" algn="l" rtl="0" fontAlgn="base">
        <a:spcBef>
          <a:spcPct val="20000"/>
        </a:spcBef>
        <a:spcAft>
          <a:spcPct val="0"/>
        </a:spcAft>
        <a:buChar char="•"/>
        <a:defRPr kumimoji="1" sz="2400">
          <a:solidFill>
            <a:schemeClr val="tx1"/>
          </a:solidFill>
          <a:latin typeface="+mn-lt"/>
        </a:defRPr>
      </a:lvl3pPr>
      <a:lvl4pPr marL="1600200" indent="-228600" algn="l" rtl="0" fontAlgn="base">
        <a:spcBef>
          <a:spcPct val="20000"/>
        </a:spcBef>
        <a:spcAft>
          <a:spcPct val="0"/>
        </a:spcAft>
        <a:buChar char="–"/>
        <a:defRPr kumimoji="1" sz="2000">
          <a:solidFill>
            <a:schemeClr val="tx1"/>
          </a:solidFill>
          <a:latin typeface="+mn-lt"/>
        </a:defRPr>
      </a:lvl4pPr>
      <a:lvl5pPr marL="2057400" indent="-228600" algn="l" rtl="0" fontAlgn="base">
        <a:spcBef>
          <a:spcPct val="20000"/>
        </a:spcBef>
        <a:spcAft>
          <a:spcPct val="0"/>
        </a:spcAft>
        <a:buChar char="•"/>
        <a:defRPr kumimoji="1" sz="2000">
          <a:solidFill>
            <a:schemeClr val="tx1"/>
          </a:solidFill>
          <a:latin typeface="+mn-lt"/>
        </a:defRPr>
      </a:lvl5pPr>
      <a:lvl6pPr marL="2514600" indent="-228600" algn="l" rtl="0" eaLnBrk="1" fontAlgn="base" hangingPunct="1">
        <a:spcBef>
          <a:spcPct val="20000"/>
        </a:spcBef>
        <a:spcAft>
          <a:spcPct val="0"/>
        </a:spcAft>
        <a:buChar char="•"/>
        <a:defRPr kumimoji="1" sz="2000">
          <a:solidFill>
            <a:schemeClr val="tx1"/>
          </a:solidFill>
          <a:latin typeface="+mn-lt"/>
        </a:defRPr>
      </a:lvl6pPr>
      <a:lvl7pPr marL="2971800" indent="-228600" algn="l" rtl="0" eaLnBrk="1" fontAlgn="base" hangingPunct="1">
        <a:spcBef>
          <a:spcPct val="20000"/>
        </a:spcBef>
        <a:spcAft>
          <a:spcPct val="0"/>
        </a:spcAft>
        <a:buChar char="•"/>
        <a:defRPr kumimoji="1" sz="2000">
          <a:solidFill>
            <a:schemeClr val="tx1"/>
          </a:solidFill>
          <a:latin typeface="+mn-lt"/>
        </a:defRPr>
      </a:lvl7pPr>
      <a:lvl8pPr marL="3429000" indent="-228600" algn="l" rtl="0" eaLnBrk="1" fontAlgn="base" hangingPunct="1">
        <a:spcBef>
          <a:spcPct val="20000"/>
        </a:spcBef>
        <a:spcAft>
          <a:spcPct val="0"/>
        </a:spcAft>
        <a:buChar char="•"/>
        <a:defRPr kumimoji="1" sz="2000">
          <a:solidFill>
            <a:schemeClr val="tx1"/>
          </a:solidFill>
          <a:latin typeface="+mn-lt"/>
        </a:defRPr>
      </a:lvl8pPr>
      <a:lvl9pPr marL="3886200" indent="-228600" algn="l" rtl="0" eaLnBrk="1" fontAlgn="base" hangingPunct="1">
        <a:spcBef>
          <a:spcPct val="20000"/>
        </a:spcBef>
        <a:spcAft>
          <a:spcPct val="0"/>
        </a:spcAft>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0" y="0"/>
            <a:ext cx="9142413" cy="6858000"/>
            <a:chOff x="0" y="0"/>
            <a:chExt cx="5759" cy="4320"/>
          </a:xfrm>
        </p:grpSpPr>
        <p:grpSp>
          <p:nvGrpSpPr>
            <p:cNvPr id="1027" name="Group 3"/>
            <p:cNvGrpSpPr/>
            <p:nvPr/>
          </p:nvGrpSpPr>
          <p:grpSpPr>
            <a:xfrm>
              <a:off x="0" y="0"/>
              <a:ext cx="5759" cy="4319"/>
              <a:chOff x="0" y="0"/>
              <a:chExt cx="5759" cy="4319"/>
            </a:xfrm>
          </p:grpSpPr>
          <p:sp>
            <p:nvSpPr>
              <p:cNvPr id="2052" name="Line 4"/>
              <p:cNvSpPr>
                <a:spLocks noChangeShapeType="1"/>
              </p:cNvSpPr>
              <p:nvPr/>
            </p:nvSpPr>
            <p:spPr bwMode="auto">
              <a:xfrm>
                <a:off x="0" y="14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3" name="Line 5"/>
              <p:cNvSpPr>
                <a:spLocks noChangeShapeType="1"/>
              </p:cNvSpPr>
              <p:nvPr/>
            </p:nvSpPr>
            <p:spPr bwMode="auto">
              <a:xfrm>
                <a:off x="0" y="33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4" name="Line 6"/>
              <p:cNvSpPr>
                <a:spLocks noChangeShapeType="1"/>
              </p:cNvSpPr>
              <p:nvPr/>
            </p:nvSpPr>
            <p:spPr bwMode="auto">
              <a:xfrm>
                <a:off x="0" y="52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5" name="Line 7"/>
              <p:cNvSpPr>
                <a:spLocks noChangeShapeType="1"/>
              </p:cNvSpPr>
              <p:nvPr/>
            </p:nvSpPr>
            <p:spPr bwMode="auto">
              <a:xfrm>
                <a:off x="0" y="72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6" name="Line 8"/>
              <p:cNvSpPr>
                <a:spLocks noChangeShapeType="1"/>
              </p:cNvSpPr>
              <p:nvPr/>
            </p:nvSpPr>
            <p:spPr bwMode="auto">
              <a:xfrm>
                <a:off x="0" y="91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7" name="Line 9"/>
              <p:cNvSpPr>
                <a:spLocks noChangeShapeType="1"/>
              </p:cNvSpPr>
              <p:nvPr/>
            </p:nvSpPr>
            <p:spPr bwMode="auto">
              <a:xfrm>
                <a:off x="0" y="110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8" name="Line 10"/>
              <p:cNvSpPr>
                <a:spLocks noChangeShapeType="1"/>
              </p:cNvSpPr>
              <p:nvPr/>
            </p:nvSpPr>
            <p:spPr bwMode="auto">
              <a:xfrm>
                <a:off x="0" y="129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59" name="Line 11"/>
              <p:cNvSpPr>
                <a:spLocks noChangeShapeType="1"/>
              </p:cNvSpPr>
              <p:nvPr/>
            </p:nvSpPr>
            <p:spPr bwMode="auto">
              <a:xfrm>
                <a:off x="0" y="148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0" name="Line 12"/>
              <p:cNvSpPr>
                <a:spLocks noChangeShapeType="1"/>
              </p:cNvSpPr>
              <p:nvPr/>
            </p:nvSpPr>
            <p:spPr bwMode="auto">
              <a:xfrm>
                <a:off x="0" y="168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1" name="Line 13"/>
              <p:cNvSpPr>
                <a:spLocks noChangeShapeType="1"/>
              </p:cNvSpPr>
              <p:nvPr/>
            </p:nvSpPr>
            <p:spPr bwMode="auto">
              <a:xfrm>
                <a:off x="0" y="187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2" name="Line 14"/>
              <p:cNvSpPr>
                <a:spLocks noChangeShapeType="1"/>
              </p:cNvSpPr>
              <p:nvPr/>
            </p:nvSpPr>
            <p:spPr bwMode="auto">
              <a:xfrm>
                <a:off x="0" y="206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3" name="Line 15"/>
              <p:cNvSpPr>
                <a:spLocks noChangeShapeType="1"/>
              </p:cNvSpPr>
              <p:nvPr/>
            </p:nvSpPr>
            <p:spPr bwMode="auto">
              <a:xfrm>
                <a:off x="0" y="225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4" name="Line 16"/>
              <p:cNvSpPr>
                <a:spLocks noChangeShapeType="1"/>
              </p:cNvSpPr>
              <p:nvPr/>
            </p:nvSpPr>
            <p:spPr bwMode="auto">
              <a:xfrm>
                <a:off x="0" y="244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5" name="Line 17"/>
              <p:cNvSpPr>
                <a:spLocks noChangeShapeType="1"/>
              </p:cNvSpPr>
              <p:nvPr/>
            </p:nvSpPr>
            <p:spPr bwMode="auto">
              <a:xfrm>
                <a:off x="0" y="264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6" name="Line 18"/>
              <p:cNvSpPr>
                <a:spLocks noChangeShapeType="1"/>
              </p:cNvSpPr>
              <p:nvPr/>
            </p:nvSpPr>
            <p:spPr bwMode="auto">
              <a:xfrm>
                <a:off x="0" y="283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7" name="Line 19"/>
              <p:cNvSpPr>
                <a:spLocks noChangeShapeType="1"/>
              </p:cNvSpPr>
              <p:nvPr/>
            </p:nvSpPr>
            <p:spPr bwMode="auto">
              <a:xfrm>
                <a:off x="0" y="302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8" name="Line 20"/>
              <p:cNvSpPr>
                <a:spLocks noChangeShapeType="1"/>
              </p:cNvSpPr>
              <p:nvPr/>
            </p:nvSpPr>
            <p:spPr bwMode="auto">
              <a:xfrm>
                <a:off x="0" y="321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69" name="Line 21"/>
              <p:cNvSpPr>
                <a:spLocks noChangeShapeType="1"/>
              </p:cNvSpPr>
              <p:nvPr/>
            </p:nvSpPr>
            <p:spPr bwMode="auto">
              <a:xfrm>
                <a:off x="0" y="3408"/>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0" name="Line 22"/>
              <p:cNvSpPr>
                <a:spLocks noChangeShapeType="1"/>
              </p:cNvSpPr>
              <p:nvPr/>
            </p:nvSpPr>
            <p:spPr bwMode="auto">
              <a:xfrm>
                <a:off x="0" y="3600"/>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1" name="Line 23"/>
              <p:cNvSpPr>
                <a:spLocks noChangeShapeType="1"/>
              </p:cNvSpPr>
              <p:nvPr/>
            </p:nvSpPr>
            <p:spPr bwMode="auto">
              <a:xfrm>
                <a:off x="0" y="3792"/>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2" name="Line 24"/>
              <p:cNvSpPr>
                <a:spLocks noChangeShapeType="1"/>
              </p:cNvSpPr>
              <p:nvPr/>
            </p:nvSpPr>
            <p:spPr bwMode="auto">
              <a:xfrm>
                <a:off x="0" y="3984"/>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3" name="Line 25"/>
              <p:cNvSpPr>
                <a:spLocks noChangeShapeType="1"/>
              </p:cNvSpPr>
              <p:nvPr/>
            </p:nvSpPr>
            <p:spPr bwMode="auto">
              <a:xfrm>
                <a:off x="0" y="4176"/>
                <a:ext cx="5759" cy="0"/>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4" name="Line 26"/>
              <p:cNvSpPr>
                <a:spLocks noChangeShapeType="1"/>
              </p:cNvSpPr>
              <p:nvPr/>
            </p:nvSpPr>
            <p:spPr bwMode="auto">
              <a:xfrm>
                <a:off x="1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5" name="Line 27"/>
              <p:cNvSpPr>
                <a:spLocks noChangeShapeType="1"/>
              </p:cNvSpPr>
              <p:nvPr/>
            </p:nvSpPr>
            <p:spPr bwMode="auto">
              <a:xfrm>
                <a:off x="3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6" name="Line 28"/>
              <p:cNvSpPr>
                <a:spLocks noChangeShapeType="1"/>
              </p:cNvSpPr>
              <p:nvPr/>
            </p:nvSpPr>
            <p:spPr bwMode="auto">
              <a:xfrm>
                <a:off x="5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7" name="Line 29"/>
              <p:cNvSpPr>
                <a:spLocks noChangeShapeType="1"/>
              </p:cNvSpPr>
              <p:nvPr/>
            </p:nvSpPr>
            <p:spPr bwMode="auto">
              <a:xfrm>
                <a:off x="7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8" name="Line 30"/>
              <p:cNvSpPr>
                <a:spLocks noChangeShapeType="1"/>
              </p:cNvSpPr>
              <p:nvPr/>
            </p:nvSpPr>
            <p:spPr bwMode="auto">
              <a:xfrm>
                <a:off x="9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79" name="Line 31"/>
              <p:cNvSpPr>
                <a:spLocks noChangeShapeType="1"/>
              </p:cNvSpPr>
              <p:nvPr/>
            </p:nvSpPr>
            <p:spPr bwMode="auto">
              <a:xfrm>
                <a:off x="110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0" name="Line 32"/>
              <p:cNvSpPr>
                <a:spLocks noChangeShapeType="1"/>
              </p:cNvSpPr>
              <p:nvPr/>
            </p:nvSpPr>
            <p:spPr bwMode="auto">
              <a:xfrm>
                <a:off x="129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1" name="Line 33"/>
              <p:cNvSpPr>
                <a:spLocks noChangeShapeType="1"/>
              </p:cNvSpPr>
              <p:nvPr/>
            </p:nvSpPr>
            <p:spPr bwMode="auto">
              <a:xfrm>
                <a:off x="148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2" name="Line 34"/>
              <p:cNvSpPr>
                <a:spLocks noChangeShapeType="1"/>
              </p:cNvSpPr>
              <p:nvPr/>
            </p:nvSpPr>
            <p:spPr bwMode="auto">
              <a:xfrm>
                <a:off x="168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3" name="Line 35"/>
              <p:cNvSpPr>
                <a:spLocks noChangeShapeType="1"/>
              </p:cNvSpPr>
              <p:nvPr/>
            </p:nvSpPr>
            <p:spPr bwMode="auto">
              <a:xfrm>
                <a:off x="187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4" name="Line 36"/>
              <p:cNvSpPr>
                <a:spLocks noChangeShapeType="1"/>
              </p:cNvSpPr>
              <p:nvPr/>
            </p:nvSpPr>
            <p:spPr bwMode="auto">
              <a:xfrm>
                <a:off x="206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5" name="Line 37"/>
              <p:cNvSpPr>
                <a:spLocks noChangeShapeType="1"/>
              </p:cNvSpPr>
              <p:nvPr/>
            </p:nvSpPr>
            <p:spPr bwMode="auto">
              <a:xfrm>
                <a:off x="225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6" name="Line 38"/>
              <p:cNvSpPr>
                <a:spLocks noChangeShapeType="1"/>
              </p:cNvSpPr>
              <p:nvPr/>
            </p:nvSpPr>
            <p:spPr bwMode="auto">
              <a:xfrm>
                <a:off x="244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7" name="Line 39"/>
              <p:cNvSpPr>
                <a:spLocks noChangeShapeType="1"/>
              </p:cNvSpPr>
              <p:nvPr/>
            </p:nvSpPr>
            <p:spPr bwMode="auto">
              <a:xfrm>
                <a:off x="264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8" name="Line 40"/>
              <p:cNvSpPr>
                <a:spLocks noChangeShapeType="1"/>
              </p:cNvSpPr>
              <p:nvPr/>
            </p:nvSpPr>
            <p:spPr bwMode="auto">
              <a:xfrm>
                <a:off x="283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89" name="Line 41"/>
              <p:cNvSpPr>
                <a:spLocks noChangeShapeType="1"/>
              </p:cNvSpPr>
              <p:nvPr/>
            </p:nvSpPr>
            <p:spPr bwMode="auto">
              <a:xfrm>
                <a:off x="302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0" name="Line 42"/>
              <p:cNvSpPr>
                <a:spLocks noChangeShapeType="1"/>
              </p:cNvSpPr>
              <p:nvPr/>
            </p:nvSpPr>
            <p:spPr bwMode="auto">
              <a:xfrm>
                <a:off x="321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1" name="Line 43"/>
              <p:cNvSpPr>
                <a:spLocks noChangeShapeType="1"/>
              </p:cNvSpPr>
              <p:nvPr/>
            </p:nvSpPr>
            <p:spPr bwMode="auto">
              <a:xfrm>
                <a:off x="340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2" name="Line 44"/>
              <p:cNvSpPr>
                <a:spLocks noChangeShapeType="1"/>
              </p:cNvSpPr>
              <p:nvPr/>
            </p:nvSpPr>
            <p:spPr bwMode="auto">
              <a:xfrm>
                <a:off x="360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3" name="Line 45"/>
              <p:cNvSpPr>
                <a:spLocks noChangeShapeType="1"/>
              </p:cNvSpPr>
              <p:nvPr/>
            </p:nvSpPr>
            <p:spPr bwMode="auto">
              <a:xfrm>
                <a:off x="379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4" name="Line 46"/>
              <p:cNvSpPr>
                <a:spLocks noChangeShapeType="1"/>
              </p:cNvSpPr>
              <p:nvPr/>
            </p:nvSpPr>
            <p:spPr bwMode="auto">
              <a:xfrm>
                <a:off x="398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5" name="Line 47"/>
              <p:cNvSpPr>
                <a:spLocks noChangeShapeType="1"/>
              </p:cNvSpPr>
              <p:nvPr/>
            </p:nvSpPr>
            <p:spPr bwMode="auto">
              <a:xfrm>
                <a:off x="417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6" name="Line 48"/>
              <p:cNvSpPr>
                <a:spLocks noChangeShapeType="1"/>
              </p:cNvSpPr>
              <p:nvPr/>
            </p:nvSpPr>
            <p:spPr bwMode="auto">
              <a:xfrm>
                <a:off x="436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7" name="Line 49"/>
              <p:cNvSpPr>
                <a:spLocks noChangeShapeType="1"/>
              </p:cNvSpPr>
              <p:nvPr/>
            </p:nvSpPr>
            <p:spPr bwMode="auto">
              <a:xfrm>
                <a:off x="456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8" name="Line 50"/>
              <p:cNvSpPr>
                <a:spLocks noChangeShapeType="1"/>
              </p:cNvSpPr>
              <p:nvPr/>
            </p:nvSpPr>
            <p:spPr bwMode="auto">
              <a:xfrm>
                <a:off x="475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099" name="Line 51"/>
              <p:cNvSpPr>
                <a:spLocks noChangeShapeType="1"/>
              </p:cNvSpPr>
              <p:nvPr/>
            </p:nvSpPr>
            <p:spPr bwMode="auto">
              <a:xfrm>
                <a:off x="4944"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0" name="Line 52"/>
              <p:cNvSpPr>
                <a:spLocks noChangeShapeType="1"/>
              </p:cNvSpPr>
              <p:nvPr/>
            </p:nvSpPr>
            <p:spPr bwMode="auto">
              <a:xfrm>
                <a:off x="5136"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1" name="Line 53"/>
              <p:cNvSpPr>
                <a:spLocks noChangeShapeType="1"/>
              </p:cNvSpPr>
              <p:nvPr/>
            </p:nvSpPr>
            <p:spPr bwMode="auto">
              <a:xfrm>
                <a:off x="5328"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2" name="Line 54"/>
              <p:cNvSpPr>
                <a:spLocks noChangeShapeType="1"/>
              </p:cNvSpPr>
              <p:nvPr/>
            </p:nvSpPr>
            <p:spPr bwMode="auto">
              <a:xfrm>
                <a:off x="5520"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3" name="Line 55"/>
              <p:cNvSpPr>
                <a:spLocks noChangeShapeType="1"/>
              </p:cNvSpPr>
              <p:nvPr/>
            </p:nvSpPr>
            <p:spPr bwMode="auto">
              <a:xfrm>
                <a:off x="5712" y="0"/>
                <a:ext cx="0" cy="4319"/>
              </a:xfrm>
              <a:prstGeom prst="line">
                <a:avLst/>
              </a:prstGeom>
              <a:noFill/>
              <a:ln w="12700" cap="sq">
                <a:solidFill>
                  <a:schemeClr val="bg2"/>
                </a:solidFill>
                <a:round/>
                <a:headEnd type="none" w="sm" len="sm"/>
                <a:tailEnd type="none" w="sm" len="sm"/>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grpSp>
        <p:pic>
          <p:nvPicPr>
            <p:cNvPr id="1080" name="Picture 56"/>
            <p:cNvPicPr/>
            <p:nvPr/>
          </p:nvPicPr>
          <p:blipFill>
            <a:blip r:embed="rId12"/>
            <a:stretch>
              <a:fillRect/>
            </a:stretch>
          </p:blipFill>
          <p:spPr>
            <a:xfrm>
              <a:off x="5079" y="0"/>
              <a:ext cx="680" cy="4320"/>
            </a:xfrm>
            <a:prstGeom prst="rect">
              <a:avLst/>
            </a:prstGeom>
            <a:noFill/>
            <a:ln w="9525">
              <a:noFill/>
            </a:ln>
          </p:spPr>
        </p:pic>
      </p:grpSp>
      <p:sp>
        <p:nvSpPr>
          <p:cNvPr id="1081" name="Rectangle 57"/>
          <p:cNvSpPr>
            <a:spLocks noGrp="1"/>
          </p:cNvSpPr>
          <p:nvPr>
            <p:ph type="title"/>
          </p:nvPr>
        </p:nvSpPr>
        <p:spPr>
          <a:xfrm>
            <a:off x="228600" y="457200"/>
            <a:ext cx="7772400" cy="1143000"/>
          </a:xfrm>
          <a:prstGeom prst="rect">
            <a:avLst/>
          </a:prstGeom>
          <a:noFill/>
          <a:ln w="9525">
            <a:noFill/>
          </a:ln>
        </p:spPr>
        <p:txBody>
          <a:bodyPr lIns="92075" tIns="46038" rIns="92075" bIns="46038" anchor="ctr" anchorCtr="0"/>
          <a:p>
            <a:pPr lvl="0"/>
            <a:r>
              <a:rPr lang="en-US" dirty="0"/>
              <a:t>Click to edit Master title style</a:t>
            </a:r>
            <a:endParaRPr lang="en-US" dirty="0"/>
          </a:p>
        </p:txBody>
      </p:sp>
      <p:sp>
        <p:nvSpPr>
          <p:cNvPr id="1082" name="Rectangle 58"/>
          <p:cNvSpPr>
            <a:spLocks noGrp="1"/>
          </p:cNvSpPr>
          <p:nvPr>
            <p:ph type="body"/>
          </p:nvPr>
        </p:nvSpPr>
        <p:spPr>
          <a:xfrm>
            <a:off x="228600" y="1905000"/>
            <a:ext cx="7772400" cy="4114800"/>
          </a:xfrm>
          <a:prstGeom prst="rect">
            <a:avLst/>
          </a:prstGeom>
          <a:noFill/>
          <a:ln w="9525">
            <a:noFill/>
          </a:ln>
        </p:spPr>
        <p:txBody>
          <a:bodyPr lIns="92075" tIns="46038" rIns="92075" bIns="46038" anchor="t" anchorCtr="0"/>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107" name="Rectangle 5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spcBef>
                <a:spcPct val="50000"/>
              </a:spcBef>
              <a:defRPr sz="1400" smtClean="0"/>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8" name="Rectangle 6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ctr">
              <a:spcBef>
                <a:spcPct val="50000"/>
              </a:spcBef>
              <a:defRPr sz="1400" smtClean="0"/>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charset="0"/>
              <a:ea typeface="+mn-ea"/>
              <a:cs typeface="+mn-cs"/>
            </a:endParaRPr>
          </a:p>
        </p:txBody>
      </p:sp>
      <p:sp>
        <p:nvSpPr>
          <p:cNvPr id="2109" name="Rectangle 6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lstStyle>
            <a:lvl1pPr algn="r">
              <a:defRPr sz="1400"/>
            </a:lvl1pPr>
          </a:lstStyle>
          <a:p>
            <a:pPr lvl="0" fontAlgn="base">
              <a:spcBef>
                <a:spcPct val="50000"/>
              </a:spcBef>
              <a:buNone/>
            </a:pPr>
            <a:fld id="{9A0DB2DC-4C9A-4742-B13C-FB6460FD3503}" type="slidenum">
              <a:rPr lang="en-US" strike="noStrike" noProof="1" dirty="0">
                <a:latin typeface="Tahoma" panose="020B0604030504040204" charset="0"/>
                <a:ea typeface="+mn-ea"/>
                <a:cs typeface="+mn-cs"/>
              </a:rPr>
            </a:fld>
            <a:endParaRPr lang="en-US" strike="noStrike" noProof="1" dirty="0">
              <a:latin typeface="Tahoma" panose="020B060403050404020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charset="0"/>
        </a:defRPr>
      </a:lvl2pPr>
      <a:lvl3pPr algn="ctr" rtl="0" fontAlgn="base">
        <a:spcBef>
          <a:spcPct val="0"/>
        </a:spcBef>
        <a:spcAft>
          <a:spcPct val="0"/>
        </a:spcAft>
        <a:defRPr kumimoji="1" sz="4400">
          <a:solidFill>
            <a:schemeClr val="tx2"/>
          </a:solidFill>
          <a:latin typeface="Times New Roman" panose="02020603050405020304" charset="0"/>
        </a:defRPr>
      </a:lvl3pPr>
      <a:lvl4pPr algn="ctr" rtl="0" fontAlgn="base">
        <a:spcBef>
          <a:spcPct val="0"/>
        </a:spcBef>
        <a:spcAft>
          <a:spcPct val="0"/>
        </a:spcAft>
        <a:defRPr kumimoji="1" sz="4400">
          <a:solidFill>
            <a:schemeClr val="tx2"/>
          </a:solidFill>
          <a:latin typeface="Times New Roman" panose="02020603050405020304" charset="0"/>
        </a:defRPr>
      </a:lvl4pPr>
      <a:lvl5pPr algn="ctr" rtl="0" fontAlgn="base">
        <a:spcBef>
          <a:spcPct val="0"/>
        </a:spcBef>
        <a:spcAft>
          <a:spcPct val="0"/>
        </a:spcAft>
        <a:defRPr kumimoji="1" sz="4400">
          <a:solidFill>
            <a:schemeClr val="tx2"/>
          </a:solidFill>
          <a:latin typeface="Times New Roman" panose="02020603050405020304" charset="0"/>
        </a:defRPr>
      </a:lvl5pPr>
      <a:lvl6pPr marL="457200" algn="ctr" rtl="0" eaLnBrk="1" fontAlgn="base" hangingPunct="1">
        <a:spcBef>
          <a:spcPct val="0"/>
        </a:spcBef>
        <a:spcAft>
          <a:spcPct val="0"/>
        </a:spcAft>
        <a:defRPr kumimoji="1" sz="4400">
          <a:solidFill>
            <a:schemeClr val="tx2"/>
          </a:solidFill>
          <a:latin typeface="Times New Roman" panose="02020603050405020304" charset="0"/>
        </a:defRPr>
      </a:lvl6pPr>
      <a:lvl7pPr marL="914400" algn="ctr" rtl="0" eaLnBrk="1" fontAlgn="base" hangingPunct="1">
        <a:spcBef>
          <a:spcPct val="0"/>
        </a:spcBef>
        <a:spcAft>
          <a:spcPct val="0"/>
        </a:spcAft>
        <a:defRPr kumimoji="1" sz="4400">
          <a:solidFill>
            <a:schemeClr val="tx2"/>
          </a:solidFill>
          <a:latin typeface="Times New Roman" panose="02020603050405020304" charset="0"/>
        </a:defRPr>
      </a:lvl7pPr>
      <a:lvl8pPr marL="1371600" algn="ctr" rtl="0" eaLnBrk="1" fontAlgn="base" hangingPunct="1">
        <a:spcBef>
          <a:spcPct val="0"/>
        </a:spcBef>
        <a:spcAft>
          <a:spcPct val="0"/>
        </a:spcAft>
        <a:defRPr kumimoji="1" sz="4400">
          <a:solidFill>
            <a:schemeClr val="tx2"/>
          </a:solidFill>
          <a:latin typeface="Times New Roman" panose="02020603050405020304" charset="0"/>
        </a:defRPr>
      </a:lvl8pPr>
      <a:lvl9pPr marL="1828800" algn="ctr" rtl="0" eaLnBrk="1" fontAlgn="base" hangingPunct="1">
        <a:spcBef>
          <a:spcPct val="0"/>
        </a:spcBef>
        <a:spcAft>
          <a:spcPct val="0"/>
        </a:spcAft>
        <a:defRPr kumimoji="1" sz="4400">
          <a:solidFill>
            <a:schemeClr val="tx2"/>
          </a:solidFill>
          <a:latin typeface="Times New Roman" panose="02020603050405020304" charset="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defRPr>
      </a:lvl2pPr>
      <a:lvl3pPr marL="1143000" indent="-228600" algn="l" rtl="0" fontAlgn="base">
        <a:spcBef>
          <a:spcPct val="20000"/>
        </a:spcBef>
        <a:spcAft>
          <a:spcPct val="0"/>
        </a:spcAft>
        <a:buChar char="•"/>
        <a:defRPr kumimoji="1" sz="2400">
          <a:solidFill>
            <a:schemeClr val="tx1"/>
          </a:solidFill>
          <a:latin typeface="+mn-lt"/>
        </a:defRPr>
      </a:lvl3pPr>
      <a:lvl4pPr marL="1600200" indent="-228600" algn="l" rtl="0" fontAlgn="base">
        <a:spcBef>
          <a:spcPct val="20000"/>
        </a:spcBef>
        <a:spcAft>
          <a:spcPct val="0"/>
        </a:spcAft>
        <a:buChar char="–"/>
        <a:defRPr kumimoji="1" sz="2000">
          <a:solidFill>
            <a:schemeClr val="tx1"/>
          </a:solidFill>
          <a:latin typeface="+mn-lt"/>
        </a:defRPr>
      </a:lvl4pPr>
      <a:lvl5pPr marL="2057400" indent="-228600" algn="l" rtl="0" fontAlgn="base">
        <a:spcBef>
          <a:spcPct val="20000"/>
        </a:spcBef>
        <a:spcAft>
          <a:spcPct val="0"/>
        </a:spcAft>
        <a:buChar char="•"/>
        <a:defRPr kumimoji="1" sz="2000">
          <a:solidFill>
            <a:schemeClr val="tx1"/>
          </a:solidFill>
          <a:latin typeface="+mn-lt"/>
        </a:defRPr>
      </a:lvl5pPr>
      <a:lvl6pPr marL="2514600" indent="-228600" algn="l" rtl="0" eaLnBrk="1" fontAlgn="base" hangingPunct="1">
        <a:spcBef>
          <a:spcPct val="20000"/>
        </a:spcBef>
        <a:spcAft>
          <a:spcPct val="0"/>
        </a:spcAft>
        <a:buChar char="•"/>
        <a:defRPr kumimoji="1" sz="2000">
          <a:solidFill>
            <a:schemeClr val="tx1"/>
          </a:solidFill>
          <a:latin typeface="+mn-lt"/>
        </a:defRPr>
      </a:lvl6pPr>
      <a:lvl7pPr marL="2971800" indent="-228600" algn="l" rtl="0" eaLnBrk="1" fontAlgn="base" hangingPunct="1">
        <a:spcBef>
          <a:spcPct val="20000"/>
        </a:spcBef>
        <a:spcAft>
          <a:spcPct val="0"/>
        </a:spcAft>
        <a:buChar char="•"/>
        <a:defRPr kumimoji="1" sz="2000">
          <a:solidFill>
            <a:schemeClr val="tx1"/>
          </a:solidFill>
          <a:latin typeface="+mn-lt"/>
        </a:defRPr>
      </a:lvl7pPr>
      <a:lvl8pPr marL="3429000" indent="-228600" algn="l" rtl="0" eaLnBrk="1" fontAlgn="base" hangingPunct="1">
        <a:spcBef>
          <a:spcPct val="20000"/>
        </a:spcBef>
        <a:spcAft>
          <a:spcPct val="0"/>
        </a:spcAft>
        <a:buChar char="•"/>
        <a:defRPr kumimoji="1" sz="2000">
          <a:solidFill>
            <a:schemeClr val="tx1"/>
          </a:solidFill>
          <a:latin typeface="+mn-lt"/>
        </a:defRPr>
      </a:lvl8pPr>
      <a:lvl9pPr marL="3886200" indent="-228600" algn="l" rtl="0" eaLnBrk="1" fontAlgn="base" hangingPunct="1">
        <a:spcBef>
          <a:spcPct val="20000"/>
        </a:spcBef>
        <a:spcAft>
          <a:spcPct val="0"/>
        </a:spcAft>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web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sz="quarter"/>
          </p:nvPr>
        </p:nvSpPr>
        <p:spPr/>
        <p:txBody>
          <a:bodyPr vert="horz" wrap="square" lIns="92075" tIns="46038" rIns="92075" bIns="46038" anchor="ctr" anchorCtr="0"/>
          <a:p>
            <a:pPr eaLnBrk="1" hangingPunct="1">
              <a:buClrTx/>
              <a:buSzTx/>
              <a:buFontTx/>
            </a:pPr>
            <a:r>
              <a:rPr kumimoji="1" lang="en-US" dirty="0">
                <a:latin typeface="Arial" panose="020B0604020202020204" pitchFamily="34" charset="0"/>
                <a:ea typeface="+mj-ea"/>
                <a:cs typeface="+mj-cs"/>
              </a:rPr>
              <a:t>Disk Scheduling</a:t>
            </a:r>
            <a:endParaRPr kumimoji="1" lang="en-US" dirty="0">
              <a:latin typeface="Arial" panose="020B0604020202020204" pitchFamily="34" charset="0"/>
              <a:ea typeface="+mj-ea"/>
              <a:cs typeface="+mj-cs"/>
            </a:endParaRPr>
          </a:p>
        </p:txBody>
      </p:sp>
      <p:sp>
        <p:nvSpPr>
          <p:cNvPr id="3075" name="Rectangle 3"/>
          <p:cNvSpPr>
            <a:spLocks noGrp="1"/>
          </p:cNvSpPr>
          <p:nvPr>
            <p:ph type="subTitle" sz="quarter" idx="1"/>
          </p:nvPr>
        </p:nvSpPr>
        <p:spPr/>
        <p:txBody>
          <a:bodyPr vert="horz" wrap="square" lIns="92075" tIns="46038" rIns="92075" bIns="46038" anchor="t" anchorCtr="0"/>
          <a:p>
            <a:pPr marL="0" marR="0" indent="0" algn="ctr" defTabSz="914400" rtl="0" eaLnBrk="1" fontAlgn="base" latinLnBrk="0" hangingPunct="1">
              <a:lnSpc>
                <a:spcPct val="100000"/>
              </a:lnSpc>
              <a:spcBef>
                <a:spcPct val="20000"/>
              </a:spcBef>
              <a:spcAft>
                <a:spcPct val="0"/>
              </a:spcAft>
              <a:buClrTx/>
              <a:buSzTx/>
              <a:buFontTx/>
              <a:buNone/>
            </a:pPr>
            <a:r>
              <a:rPr kumimoji="1" sz="3200" b="0" i="0" u="none" strike="noStrike" kern="0" cap="none" spc="0" normalizeH="0" baseline="0" noProof="1" dirty="0">
                <a:solidFill>
                  <a:schemeClr val="tx1"/>
                </a:solidFill>
                <a:latin typeface="+mn-lt"/>
                <a:ea typeface="+mn-ea"/>
                <a:cs typeface="+mn-cs"/>
              </a:rPr>
              <a:t>Based on the slides supporting the text</a:t>
            </a:r>
            <a:endParaRPr kumimoji="1" sz="3200" b="0" i="0" u="none" strike="noStrike" kern="0" cap="none" spc="0" normalizeH="0" baseline="0" noProof="1" dirty="0">
              <a:solidFill>
                <a:schemeClr val="tx1"/>
              </a:solidFill>
              <a:latin typeface="+mn-lt"/>
              <a:ea typeface="+mn-ea"/>
              <a:cs typeface="+mn-cs"/>
            </a:endParaRPr>
          </a:p>
        </p:txBody>
      </p:sp>
      <p:sp>
        <p:nvSpPr>
          <p:cNvPr id="5123" name="Rectangle 16"/>
          <p:cNvSpPr>
            <a:spLocks noGrp="1"/>
          </p:cNvSpPr>
          <p:nvPr>
            <p:ph type="sldNum" sz="quarter" idx="4"/>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solidFill>
                  <a:srgbClr val="663300"/>
                </a:solidFill>
                <a:latin typeface="Tahoma" panose="020B0604030504040204" charset="0"/>
              </a:rPr>
            </a:fld>
            <a:endParaRPr lang="en-US" altLang="zh-CN" sz="1400" dirty="0">
              <a:solidFill>
                <a:srgbClr val="663300"/>
              </a:solidFill>
              <a:latin typeface="Tahoma" panose="020B060403050404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a:xfrm>
            <a:off x="1150938" y="523875"/>
            <a:ext cx="7640637" cy="908050"/>
          </a:xfrm>
        </p:spPr>
        <p:txBody>
          <a:bodyPr vert="horz" wrap="square" lIns="92075" tIns="46038" rIns="92075" bIns="46038" anchor="ctr" anchorCtr="0"/>
          <a:p>
            <a:pPr eaLnBrk="1" hangingPunct="1"/>
            <a:r>
              <a:rPr lang="en-US" dirty="0"/>
              <a:t>User-Space I/O Software</a:t>
            </a:r>
            <a:endParaRPr lang="en-US" dirty="0"/>
          </a:p>
        </p:txBody>
      </p:sp>
      <p:sp>
        <p:nvSpPr>
          <p:cNvPr id="6146" name="Rectangle 3"/>
          <p:cNvSpPr>
            <a:spLocks noGrp="1"/>
          </p:cNvSpPr>
          <p:nvPr>
            <p:ph idx="1"/>
          </p:nvPr>
        </p:nvSpPr>
        <p:spPr>
          <a:xfrm>
            <a:off x="685800" y="5467350"/>
            <a:ext cx="8029575" cy="628650"/>
          </a:xfrm>
        </p:spPr>
        <p:txBody>
          <a:bodyPr vert="horz" wrap="square" lIns="92075" tIns="46038" rIns="92075" bIns="46038" anchor="t" anchorCtr="0"/>
          <a:p>
            <a:pPr eaLnBrk="1" hangingPunct="1">
              <a:buFont typeface="Wingdings" panose="05000000000000000000" pitchFamily="2" charset="2"/>
              <a:buNone/>
            </a:pPr>
            <a:r>
              <a:rPr lang="en-US" dirty="0"/>
              <a:t>   Layers of the I/O system and the main functions of each layer</a:t>
            </a:r>
            <a:endParaRPr lang="en-US" sz="2400" dirty="0"/>
          </a:p>
        </p:txBody>
      </p:sp>
      <p:sp>
        <p:nvSpPr>
          <p:cNvPr id="6147"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6148" name="Picture 4" descr="5-16"/>
          <p:cNvPicPr>
            <a:picLocks noChangeAspect="1"/>
          </p:cNvPicPr>
          <p:nvPr/>
        </p:nvPicPr>
        <p:blipFill>
          <a:blip r:embed="rId1"/>
          <a:stretch>
            <a:fillRect/>
          </a:stretch>
        </p:blipFill>
        <p:spPr>
          <a:xfrm>
            <a:off x="852488" y="1446213"/>
            <a:ext cx="7680325" cy="3338512"/>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p:txBody>
          <a:bodyPr vert="horz" wrap="square" lIns="92075" tIns="46038" rIns="92075" bIns="46038" anchor="ctr" anchorCtr="0"/>
          <a:p>
            <a:pPr eaLnBrk="1" hangingPunct="1"/>
            <a:r>
              <a:rPr lang="en-US" dirty="0"/>
              <a:t>Disk Structure</a:t>
            </a:r>
            <a:endParaRPr lang="en-US" dirty="0"/>
          </a:p>
        </p:txBody>
      </p:sp>
      <p:sp>
        <p:nvSpPr>
          <p:cNvPr id="7170" name="Rectangle 3"/>
          <p:cNvSpPr>
            <a:spLocks noGrp="1"/>
          </p:cNvSpPr>
          <p:nvPr>
            <p:ph idx="1"/>
          </p:nvPr>
        </p:nvSpPr>
        <p:spPr/>
        <p:txBody>
          <a:bodyPr vert="horz" wrap="square" lIns="92075" tIns="46038" rIns="92075" bIns="46038" anchor="t" anchorCtr="0"/>
          <a:p>
            <a:pPr eaLnBrk="1" hangingPunct="1">
              <a:lnSpc>
                <a:spcPct val="80000"/>
              </a:lnSpc>
            </a:pPr>
            <a:r>
              <a:rPr lang="en-US" sz="2200" dirty="0"/>
              <a:t>Disk drives are addressed as large 1-dimensional arrays of </a:t>
            </a:r>
            <a:r>
              <a:rPr lang="en-US" sz="2200" i="1" dirty="0"/>
              <a:t>logical blocks</a:t>
            </a:r>
            <a:r>
              <a:rPr lang="en-US" sz="2200" dirty="0"/>
              <a:t>, where the logical block is the smallest unit of transfer. </a:t>
            </a:r>
            <a:br>
              <a:rPr lang="en-US" sz="2200" dirty="0"/>
            </a:br>
            <a:endParaRPr lang="en-US" sz="2200" dirty="0"/>
          </a:p>
          <a:p>
            <a:pPr eaLnBrk="1" hangingPunct="1">
              <a:lnSpc>
                <a:spcPct val="80000"/>
              </a:lnSpc>
            </a:pPr>
            <a:r>
              <a:rPr lang="en-US" sz="2200" dirty="0"/>
              <a:t>The 1-dimensional array of logical blocks is mapped into the sectors of the disk sequentially.</a:t>
            </a:r>
            <a:endParaRPr lang="en-US" sz="2200" dirty="0"/>
          </a:p>
          <a:p>
            <a:pPr lvl="1" eaLnBrk="1" hangingPunct="1">
              <a:lnSpc>
                <a:spcPct val="80000"/>
              </a:lnSpc>
            </a:pPr>
            <a:r>
              <a:rPr lang="en-US" sz="2200" dirty="0"/>
              <a:t>Sector 0 is the first sector of the first track on the outermost cylinder.</a:t>
            </a:r>
            <a:endParaRPr lang="en-US" sz="2200" dirty="0"/>
          </a:p>
          <a:p>
            <a:pPr lvl="1" eaLnBrk="1" hangingPunct="1">
              <a:lnSpc>
                <a:spcPct val="80000"/>
              </a:lnSpc>
            </a:pPr>
            <a:r>
              <a:rPr lang="en-US" sz="2200" dirty="0"/>
              <a:t>Mapping proceeds in order through that track, then the rest of the tracks in that cylinder, and then through the rest of the cylinders from outermost to innermost.</a:t>
            </a:r>
            <a:endParaRPr lang="en-US" sz="2200" dirty="0"/>
          </a:p>
          <a:p>
            <a:pPr eaLnBrk="1" hangingPunct="1">
              <a:lnSpc>
                <a:spcPct val="80000"/>
              </a:lnSpc>
            </a:pPr>
            <a:r>
              <a:rPr lang="en-US" sz="2600" dirty="0"/>
              <a:t>Lets understand track, sector and cylinder concept.</a:t>
            </a:r>
            <a:endParaRPr lang="en-US" sz="2600" dirty="0"/>
          </a:p>
          <a:p>
            <a:pPr eaLnBrk="1" hangingPunct="1">
              <a:lnSpc>
                <a:spcPct val="80000"/>
              </a:lnSpc>
            </a:pPr>
            <a:endParaRPr lang="en-US" sz="2200" dirty="0"/>
          </a:p>
        </p:txBody>
      </p:sp>
      <p:sp>
        <p:nvSpPr>
          <p:cNvPr id="7171"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p:txBody>
          <a:bodyPr vert="horz" wrap="square" lIns="92075" tIns="46038" rIns="92075" bIns="46038" anchor="ctr" anchorCtr="0"/>
          <a:p>
            <a:pPr eaLnBrk="1" hangingPunct="1"/>
            <a:r>
              <a:rPr lang="en-US" dirty="0"/>
              <a:t>Disk Scheduling</a:t>
            </a:r>
            <a:endParaRPr lang="en-US" dirty="0"/>
          </a:p>
        </p:txBody>
      </p:sp>
      <p:sp>
        <p:nvSpPr>
          <p:cNvPr id="8194" name="Rectangle 3"/>
          <p:cNvSpPr>
            <a:spLocks noGrp="1"/>
          </p:cNvSpPr>
          <p:nvPr>
            <p:ph idx="1"/>
          </p:nvPr>
        </p:nvSpPr>
        <p:spPr/>
        <p:txBody>
          <a:bodyPr vert="horz" wrap="square" lIns="92075" tIns="46038" rIns="92075" bIns="46038" anchor="t" anchorCtr="0"/>
          <a:p>
            <a:pPr eaLnBrk="1" hangingPunct="1"/>
            <a:r>
              <a:rPr lang="en-US" sz="2200" dirty="0"/>
              <a:t>The operating system is responsible for using hardware efficiently — for the disk drives, this means having a fast access time and disk bandwidth.</a:t>
            </a:r>
            <a:endParaRPr lang="en-US" sz="2200" dirty="0"/>
          </a:p>
          <a:p>
            <a:pPr eaLnBrk="1" hangingPunct="1"/>
            <a:r>
              <a:rPr lang="en-US" sz="2200" dirty="0"/>
              <a:t>Access time has two major components</a:t>
            </a:r>
            <a:endParaRPr lang="en-US" sz="2200" dirty="0"/>
          </a:p>
          <a:p>
            <a:pPr lvl="1" eaLnBrk="1" hangingPunct="1"/>
            <a:r>
              <a:rPr lang="en-US" sz="2200" i="1" dirty="0"/>
              <a:t>Seek time</a:t>
            </a:r>
            <a:r>
              <a:rPr lang="en-US" sz="2200" dirty="0"/>
              <a:t> is the time for the disk are to move the heads to the cylinder containing the desired sector.</a:t>
            </a:r>
            <a:endParaRPr lang="en-US" sz="2200" dirty="0"/>
          </a:p>
          <a:p>
            <a:pPr lvl="1" eaLnBrk="1" hangingPunct="1"/>
            <a:r>
              <a:rPr lang="en-US" sz="2200" i="1" dirty="0"/>
              <a:t>Rotational latency</a:t>
            </a:r>
            <a:r>
              <a:rPr lang="en-US" sz="2200" dirty="0"/>
              <a:t> is the additional time waiting for the disk to rotate the desired sector to the disk head.</a:t>
            </a:r>
            <a:endParaRPr lang="en-US" sz="2200" dirty="0"/>
          </a:p>
          <a:p>
            <a:pPr eaLnBrk="1" hangingPunct="1"/>
            <a:r>
              <a:rPr lang="en-US" sz="2200" dirty="0"/>
              <a:t>Minimize seek time</a:t>
            </a:r>
            <a:endParaRPr lang="en-US" sz="2200" dirty="0"/>
          </a:p>
          <a:p>
            <a:pPr eaLnBrk="1" hangingPunct="1"/>
            <a:r>
              <a:rPr lang="en-US" sz="2200" dirty="0"/>
              <a:t>Seek time </a:t>
            </a:r>
            <a:r>
              <a:rPr lang="en-US" sz="2200" dirty="0">
                <a:sym typeface="Symbol" panose="05050102010706020507" pitchFamily="18" charset="2"/>
              </a:rPr>
              <a:t> seek distance</a:t>
            </a:r>
            <a:endParaRPr lang="en-US" sz="2200" dirty="0">
              <a:sym typeface="Symbol" panose="05050102010706020507" pitchFamily="18" charset="2"/>
            </a:endParaRPr>
          </a:p>
          <a:p>
            <a:pPr eaLnBrk="1" hangingPunct="1"/>
            <a:r>
              <a:rPr lang="en-US" sz="2200" dirty="0">
                <a:sym typeface="Symbol" panose="05050102010706020507" pitchFamily="18" charset="2"/>
              </a:rPr>
              <a:t>Disk bandwidth is the total number of bytes transferred, divided by the total time between the first request for service and the completion of the last transfer.</a:t>
            </a:r>
            <a:endParaRPr lang="en-US" sz="2200" dirty="0"/>
          </a:p>
        </p:txBody>
      </p:sp>
      <p:sp>
        <p:nvSpPr>
          <p:cNvPr id="8195"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p:txBody>
          <a:bodyPr vert="horz" wrap="square" lIns="92075" tIns="46038" rIns="92075" bIns="46038" anchor="ctr" anchorCtr="0"/>
          <a:p>
            <a:pPr eaLnBrk="1" hangingPunct="1"/>
            <a:r>
              <a:rPr lang="en-US" dirty="0"/>
              <a:t>Disk Scheduling (Cont.)</a:t>
            </a:r>
            <a:endParaRPr lang="en-US" dirty="0"/>
          </a:p>
        </p:txBody>
      </p:sp>
      <p:sp>
        <p:nvSpPr>
          <p:cNvPr id="9218" name="Rectangle 3"/>
          <p:cNvSpPr>
            <a:spLocks noGrp="1"/>
          </p:cNvSpPr>
          <p:nvPr>
            <p:ph idx="1"/>
          </p:nvPr>
        </p:nvSpPr>
        <p:spPr/>
        <p:txBody>
          <a:bodyPr vert="horz" wrap="square" lIns="92075" tIns="46038" rIns="92075" bIns="46038" anchor="t" anchorCtr="0"/>
          <a:p>
            <a:pPr defTabSz="914400" eaLnBrk="1" hangingPunct="1">
              <a:tabLst>
                <a:tab pos="1711325" algn="l"/>
              </a:tabLst>
            </a:pPr>
            <a:r>
              <a:rPr lang="en-US" sz="2600" dirty="0"/>
              <a:t>Several algorithms exist to schedule the servicing of disk I/O requests. </a:t>
            </a:r>
            <a:endParaRPr lang="en-US" sz="2600" dirty="0"/>
          </a:p>
          <a:p>
            <a:pPr defTabSz="914400" eaLnBrk="1" hangingPunct="1">
              <a:tabLst>
                <a:tab pos="1711325" algn="l"/>
              </a:tabLst>
            </a:pPr>
            <a:r>
              <a:rPr lang="en-US" sz="2600" dirty="0"/>
              <a:t>We illustrate them with a request queue (0-199).</a:t>
            </a:r>
            <a:endParaRPr lang="en-US" sz="2600" dirty="0"/>
          </a:p>
          <a:p>
            <a:pPr defTabSz="914400" eaLnBrk="1" hangingPunct="1">
              <a:buFont typeface="Wingdings" panose="05000000000000000000" pitchFamily="2" charset="2"/>
              <a:buNone/>
              <a:tabLst>
                <a:tab pos="1711325" algn="l"/>
              </a:tabLst>
            </a:pPr>
            <a:r>
              <a:rPr lang="en-US" sz="2600" dirty="0"/>
              <a:t>		</a:t>
            </a:r>
            <a:br>
              <a:rPr lang="en-US" sz="2600" dirty="0"/>
            </a:br>
            <a:r>
              <a:rPr lang="en-US" sz="2600" dirty="0"/>
              <a:t>	98, 183, 37, 122, 14, 124, 65, 67</a:t>
            </a:r>
            <a:endParaRPr lang="en-US" sz="2600" dirty="0"/>
          </a:p>
          <a:p>
            <a:pPr defTabSz="914400" eaLnBrk="1" hangingPunct="1">
              <a:buFont typeface="Wingdings" panose="05000000000000000000" pitchFamily="2" charset="2"/>
              <a:buNone/>
              <a:tabLst>
                <a:tab pos="1711325" algn="l"/>
              </a:tabLst>
            </a:pPr>
            <a:endParaRPr lang="en-US" sz="2600" dirty="0"/>
          </a:p>
          <a:p>
            <a:pPr defTabSz="914400" eaLnBrk="1" hangingPunct="1">
              <a:buFont typeface="Wingdings" panose="05000000000000000000" pitchFamily="2" charset="2"/>
              <a:buNone/>
              <a:tabLst>
                <a:tab pos="1711325" algn="l"/>
              </a:tabLst>
            </a:pPr>
            <a:r>
              <a:rPr lang="en-US" sz="2600" dirty="0"/>
              <a:t>	Head pointer 53</a:t>
            </a:r>
            <a:endParaRPr lang="en-US" sz="2600" dirty="0"/>
          </a:p>
        </p:txBody>
      </p:sp>
      <p:sp>
        <p:nvSpPr>
          <p:cNvPr id="9219"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xfrm>
            <a:off x="1150938" y="214313"/>
            <a:ext cx="7080250" cy="1462087"/>
          </a:xfrm>
        </p:spPr>
        <p:txBody>
          <a:bodyPr vert="horz" wrap="square" lIns="92075" tIns="46038" rIns="92075" bIns="46038" anchor="ctr" anchorCtr="0"/>
          <a:p>
            <a:pPr eaLnBrk="1" hangingPunct="1"/>
            <a:r>
              <a:rPr lang="en-US" dirty="0"/>
              <a:t>FCFS</a:t>
            </a:r>
            <a:endParaRPr lang="en-US" dirty="0"/>
          </a:p>
        </p:txBody>
      </p:sp>
      <p:sp>
        <p:nvSpPr>
          <p:cNvPr id="10242"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10243" name="Picture 3"/>
          <p:cNvPicPr>
            <a:picLocks noChangeAspect="1"/>
          </p:cNvPicPr>
          <p:nvPr/>
        </p:nvPicPr>
        <p:blipFill>
          <a:blip r:embed="rId1"/>
          <a:srcRect l="1001" t="9740" r="514" b="9470"/>
          <a:stretch>
            <a:fillRect/>
          </a:stretch>
        </p:blipFill>
        <p:spPr>
          <a:xfrm>
            <a:off x="1600200" y="1825308"/>
            <a:ext cx="6043613" cy="3965575"/>
          </a:xfrm>
          <a:prstGeom prst="rect">
            <a:avLst/>
          </a:prstGeom>
          <a:noFill/>
          <a:ln w="57150" cap="flat" cmpd="thickThin">
            <a:solidFill>
              <a:schemeClr val="tx1"/>
            </a:solidFill>
            <a:prstDash val="solid"/>
            <a:miter/>
            <a:headEnd type="none" w="med" len="med"/>
            <a:tailEnd type="none" w="med" len="med"/>
          </a:ln>
        </p:spPr>
      </p:pic>
      <p:sp>
        <p:nvSpPr>
          <p:cNvPr id="10244" name="Text Box 4"/>
          <p:cNvSpPr txBox="1"/>
          <p:nvPr/>
        </p:nvSpPr>
        <p:spPr>
          <a:xfrm>
            <a:off x="838200" y="5791200"/>
            <a:ext cx="6488113" cy="396875"/>
          </a:xfrm>
          <a:prstGeom prst="rect">
            <a:avLst/>
          </a:prstGeom>
          <a:noFill/>
          <a:ln w="9525">
            <a:noFill/>
          </a:ln>
        </p:spPr>
        <p:txBody>
          <a:bodyPr wrap="none" anchor="ctr" anchorCtr="0">
            <a:spAutoFit/>
          </a:bodyPr>
          <a:p>
            <a:pPr algn="ctr" eaLnBrk="0" hangingPunct="0">
              <a:spcBef>
                <a:spcPct val="50000"/>
              </a:spcBef>
            </a:pPr>
            <a:r>
              <a:rPr lang="en-US" sz="2000" dirty="0">
                <a:latin typeface="Helvetica" pitchFamily="2" charset="0"/>
              </a:rPr>
              <a:t>Illustration shows total head movement of 640 cylinders.</a:t>
            </a:r>
            <a:endParaRPr lang="en-US" sz="2000" dirty="0">
              <a:latin typeface="Helvetica"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p:txBody>
          <a:bodyPr vert="horz" wrap="square" lIns="92075" tIns="46038" rIns="92075" bIns="46038" anchor="ctr" anchorCtr="0"/>
          <a:p>
            <a:pPr eaLnBrk="1" hangingPunct="1"/>
            <a:r>
              <a:rPr lang="en-US" dirty="0"/>
              <a:t>SSTF</a:t>
            </a:r>
            <a:endParaRPr lang="en-US" dirty="0"/>
          </a:p>
        </p:txBody>
      </p:sp>
      <p:sp>
        <p:nvSpPr>
          <p:cNvPr id="11266" name="Rectangle 3"/>
          <p:cNvSpPr>
            <a:spLocks noGrp="1"/>
          </p:cNvSpPr>
          <p:nvPr>
            <p:ph idx="1"/>
          </p:nvPr>
        </p:nvSpPr>
        <p:spPr/>
        <p:txBody>
          <a:bodyPr vert="horz" wrap="square" lIns="92075" tIns="46038" rIns="92075" bIns="46038" anchor="t" anchorCtr="0"/>
          <a:p>
            <a:pPr eaLnBrk="1" hangingPunct="1"/>
            <a:r>
              <a:rPr lang="en-US" dirty="0"/>
              <a:t>Selects the request with the minimum seek time from the current head position.</a:t>
            </a:r>
            <a:endParaRPr lang="en-US" dirty="0"/>
          </a:p>
          <a:p>
            <a:pPr eaLnBrk="1" hangingPunct="1"/>
            <a:r>
              <a:rPr lang="en-US" dirty="0"/>
              <a:t>SSTF scheduling is a form of SJF scheduling; may cause starvation of some requests.</a:t>
            </a:r>
            <a:endParaRPr lang="en-US" dirty="0"/>
          </a:p>
          <a:p>
            <a:pPr eaLnBrk="1" hangingPunct="1"/>
            <a:r>
              <a:rPr lang="en-US" dirty="0"/>
              <a:t>Illustration shows total head movement of 236 cylinders.</a:t>
            </a:r>
            <a:endParaRPr lang="en-US" dirty="0"/>
          </a:p>
        </p:txBody>
      </p:sp>
      <p:sp>
        <p:nvSpPr>
          <p:cNvPr id="11267"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p:txBody>
          <a:bodyPr vert="horz" wrap="square" lIns="92075" tIns="46038" rIns="92075" bIns="46038" anchor="ctr" anchorCtr="0"/>
          <a:p>
            <a:pPr eaLnBrk="1" hangingPunct="1"/>
            <a:r>
              <a:rPr lang="en-US" dirty="0"/>
              <a:t>SSTF (Cont.)</a:t>
            </a:r>
            <a:endParaRPr lang="en-US" dirty="0"/>
          </a:p>
        </p:txBody>
      </p:sp>
      <p:sp>
        <p:nvSpPr>
          <p:cNvPr id="12290"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12291" name="Picture 3"/>
          <p:cNvPicPr>
            <a:picLocks noChangeAspect="1"/>
          </p:cNvPicPr>
          <p:nvPr/>
        </p:nvPicPr>
        <p:blipFill>
          <a:blip r:embed="rId1"/>
          <a:srcRect l="681" t="9895" r="658" b="9366"/>
          <a:stretch>
            <a:fillRect/>
          </a:stretch>
        </p:blipFill>
        <p:spPr>
          <a:xfrm>
            <a:off x="1219200" y="1600200"/>
            <a:ext cx="6669088" cy="4365625"/>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p:txBody>
          <a:bodyPr vert="horz" wrap="square" lIns="92075" tIns="46038" rIns="92075" bIns="46038" anchor="ctr" anchorCtr="0"/>
          <a:p>
            <a:pPr eaLnBrk="1" hangingPunct="1"/>
            <a:r>
              <a:rPr lang="en-US" dirty="0"/>
              <a:t>SCAN</a:t>
            </a:r>
            <a:endParaRPr lang="en-US" dirty="0"/>
          </a:p>
        </p:txBody>
      </p:sp>
      <p:sp>
        <p:nvSpPr>
          <p:cNvPr id="13314" name="Rectangle 3"/>
          <p:cNvSpPr>
            <a:spLocks noGrp="1"/>
          </p:cNvSpPr>
          <p:nvPr>
            <p:ph idx="1"/>
          </p:nvPr>
        </p:nvSpPr>
        <p:spPr/>
        <p:txBody>
          <a:bodyPr vert="horz" wrap="square" lIns="92075" tIns="46038" rIns="92075" bIns="46038" anchor="t" anchorCtr="0"/>
          <a:p>
            <a:pPr eaLnBrk="1" hangingPunct="1"/>
            <a:r>
              <a:rPr lang="en-US" sz="3000" dirty="0"/>
              <a:t>The disk arm starts at one end of the disk, and moves toward the other end, servicing requests until it gets to the other end of the disk, where the head movement is reversed and servicing continues.</a:t>
            </a:r>
            <a:endParaRPr lang="en-US" sz="3000" dirty="0"/>
          </a:p>
          <a:p>
            <a:pPr eaLnBrk="1" hangingPunct="1"/>
            <a:r>
              <a:rPr lang="en-US" sz="3000" dirty="0"/>
              <a:t>Sometimes called the </a:t>
            </a:r>
            <a:r>
              <a:rPr lang="en-US" sz="3000" i="1" dirty="0"/>
              <a:t>elevator algorithm</a:t>
            </a:r>
            <a:r>
              <a:rPr lang="en-US" sz="3000" dirty="0"/>
              <a:t>.</a:t>
            </a:r>
            <a:endParaRPr lang="en-US" sz="3000" dirty="0"/>
          </a:p>
          <a:p>
            <a:pPr eaLnBrk="1" hangingPunct="1"/>
            <a:r>
              <a:rPr lang="en-US" sz="3000" dirty="0"/>
              <a:t>Illustration shows total head movement of 236 cylinders.</a:t>
            </a:r>
            <a:endParaRPr lang="en-US" sz="3000" dirty="0"/>
          </a:p>
        </p:txBody>
      </p:sp>
      <p:sp>
        <p:nvSpPr>
          <p:cNvPr id="13315"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p:txBody>
          <a:bodyPr vert="horz" wrap="square" lIns="92075" tIns="46038" rIns="92075" bIns="46038" anchor="ctr" anchorCtr="0"/>
          <a:p>
            <a:pPr eaLnBrk="1" hangingPunct="1"/>
            <a:r>
              <a:rPr lang="en-US" dirty="0"/>
              <a:t>SCAN (Cont.)</a:t>
            </a:r>
            <a:endParaRPr lang="en-US" dirty="0"/>
          </a:p>
        </p:txBody>
      </p:sp>
      <p:sp>
        <p:nvSpPr>
          <p:cNvPr id="14338"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14339" name="Picture 3"/>
          <p:cNvPicPr>
            <a:picLocks noChangeAspect="1"/>
          </p:cNvPicPr>
          <p:nvPr/>
        </p:nvPicPr>
        <p:blipFill>
          <a:blip r:embed="rId1"/>
          <a:srcRect l="645" t="7816" r="438" b="8105"/>
          <a:stretch>
            <a:fillRect/>
          </a:stretch>
        </p:blipFill>
        <p:spPr>
          <a:xfrm>
            <a:off x="1600200" y="1828800"/>
            <a:ext cx="6134100" cy="4171950"/>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p:txBody>
          <a:bodyPr vert="horz" wrap="square" lIns="92075" tIns="46038" rIns="92075" bIns="46038" anchor="ctr" anchorCtr="0"/>
          <a:p>
            <a:pPr eaLnBrk="1" hangingPunct="1"/>
            <a:r>
              <a:rPr lang="en-US" dirty="0"/>
              <a:t>C-SCAN</a:t>
            </a:r>
            <a:endParaRPr lang="en-US" dirty="0"/>
          </a:p>
        </p:txBody>
      </p:sp>
      <p:sp>
        <p:nvSpPr>
          <p:cNvPr id="15362" name="Rectangle 3"/>
          <p:cNvSpPr>
            <a:spLocks noGrp="1"/>
          </p:cNvSpPr>
          <p:nvPr>
            <p:ph idx="1"/>
          </p:nvPr>
        </p:nvSpPr>
        <p:spPr/>
        <p:txBody>
          <a:bodyPr vert="horz" wrap="square" lIns="92075" tIns="46038" rIns="92075" bIns="46038" anchor="t" anchorCtr="0"/>
          <a:p>
            <a:pPr eaLnBrk="1" hangingPunct="1"/>
            <a:r>
              <a:rPr lang="en-US" sz="2600" dirty="0"/>
              <a:t>Provides a more uniform wait time than SCAN.</a:t>
            </a:r>
            <a:endParaRPr lang="en-US" sz="2600" dirty="0"/>
          </a:p>
          <a:p>
            <a:pPr eaLnBrk="1" hangingPunct="1"/>
            <a:r>
              <a:rPr lang="en-US" sz="2600" dirty="0"/>
              <a:t>The head moves from one end of the disk to the other. servicing requests as it goes.  When it reaches the other end, however, it immediately returns to the beginning of the disk, without servicing any requests on the return trip.</a:t>
            </a:r>
            <a:endParaRPr lang="en-US" sz="2600" dirty="0"/>
          </a:p>
          <a:p>
            <a:pPr eaLnBrk="1" hangingPunct="1"/>
            <a:r>
              <a:rPr lang="en-US" sz="2600" dirty="0"/>
              <a:t>Treats the cylinders as a circular list that wraps around from the last cylinder to the first one.</a:t>
            </a:r>
            <a:endParaRPr lang="en-US" sz="2600" dirty="0"/>
          </a:p>
        </p:txBody>
      </p:sp>
      <p:sp>
        <p:nvSpPr>
          <p:cNvPr id="15363"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p:txBody>
          <a:bodyPr vert="horz" wrap="square" lIns="92075" tIns="46038" rIns="92075" bIns="46038" anchor="ctr" anchorCtr="0"/>
          <a:p>
            <a:pPr eaLnBrk="1" hangingPunct="1"/>
            <a:r>
              <a:rPr lang="en-US" dirty="0"/>
              <a:t>C-SCAN (Cont.)</a:t>
            </a:r>
            <a:endParaRPr lang="en-US" dirty="0"/>
          </a:p>
        </p:txBody>
      </p:sp>
      <p:sp>
        <p:nvSpPr>
          <p:cNvPr id="16386"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16387" name="Picture 3"/>
          <p:cNvPicPr>
            <a:picLocks noChangeAspect="1"/>
          </p:cNvPicPr>
          <p:nvPr/>
        </p:nvPicPr>
        <p:blipFill>
          <a:blip r:embed="rId1"/>
          <a:srcRect l="690" t="7787" r="714" b="7481"/>
          <a:stretch>
            <a:fillRect/>
          </a:stretch>
        </p:blipFill>
        <p:spPr>
          <a:xfrm>
            <a:off x="1676400" y="1905000"/>
            <a:ext cx="6086475" cy="4183063"/>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xfrm>
            <a:off x="228600" y="457200"/>
            <a:ext cx="7772400" cy="1033145"/>
          </a:xfrm>
        </p:spPr>
        <p:txBody>
          <a:bodyPr vert="horz" wrap="square" lIns="92075" tIns="46038" rIns="92075" bIns="46038" anchor="ctr" anchorCtr="0"/>
          <a:p>
            <a:pPr eaLnBrk="1" hangingPunct="1"/>
            <a:r>
              <a:rPr lang="en-US" dirty="0"/>
              <a:t>LOOK (Cont.)</a:t>
            </a:r>
            <a:endParaRPr lang="en-US" dirty="0"/>
          </a:p>
        </p:txBody>
      </p:sp>
      <p:sp>
        <p:nvSpPr>
          <p:cNvPr id="18434"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 name="Picture 1"/>
          <p:cNvPicPr/>
          <p:nvPr/>
        </p:nvPicPr>
        <p:blipFill>
          <a:blip r:embed="rId1"/>
          <a:stretch>
            <a:fillRect/>
          </a:stretch>
        </p:blipFill>
        <p:spPr>
          <a:xfrm>
            <a:off x="381000" y="1600200"/>
            <a:ext cx="7835900" cy="55886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p:txBody>
          <a:bodyPr vert="horz" wrap="square" lIns="92075" tIns="46038" rIns="92075" bIns="46038" anchor="ctr" anchorCtr="0"/>
          <a:p>
            <a:pPr eaLnBrk="1" hangingPunct="1"/>
            <a:r>
              <a:rPr lang="en-US" dirty="0"/>
              <a:t>C-LOOK</a:t>
            </a:r>
            <a:endParaRPr lang="en-US" dirty="0"/>
          </a:p>
        </p:txBody>
      </p:sp>
      <p:sp>
        <p:nvSpPr>
          <p:cNvPr id="17410" name="Rectangle 3"/>
          <p:cNvSpPr>
            <a:spLocks noGrp="1"/>
          </p:cNvSpPr>
          <p:nvPr>
            <p:ph idx="1"/>
          </p:nvPr>
        </p:nvSpPr>
        <p:spPr/>
        <p:txBody>
          <a:bodyPr vert="horz" wrap="square" lIns="92075" tIns="46038" rIns="92075" bIns="46038" anchor="t" anchorCtr="0"/>
          <a:p>
            <a:pPr eaLnBrk="1" hangingPunct="1"/>
            <a:r>
              <a:rPr lang="en-US" dirty="0"/>
              <a:t>Version of C-SCAN</a:t>
            </a:r>
            <a:endParaRPr lang="en-US" dirty="0"/>
          </a:p>
          <a:p>
            <a:pPr eaLnBrk="1" hangingPunct="1"/>
            <a:r>
              <a:rPr lang="en-US" dirty="0"/>
              <a:t>Arm only goes as far as the last request in each direction, then reverses direction immediately, without first going all the way to the end of the disk. </a:t>
            </a:r>
            <a:endParaRPr lang="en-US" dirty="0"/>
          </a:p>
          <a:p>
            <a:pPr eaLnBrk="1" hangingPunct="1"/>
            <a:endParaRPr lang="en-US" dirty="0"/>
          </a:p>
          <a:p>
            <a:pPr marL="0" indent="0" eaLnBrk="1" hangingPunct="1">
              <a:buNone/>
            </a:pPr>
            <a:endParaRPr lang="en-US" altLang="en-US" dirty="0"/>
          </a:p>
        </p:txBody>
      </p:sp>
      <p:sp>
        <p:nvSpPr>
          <p:cNvPr id="17411"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p:txBody>
          <a:bodyPr vert="horz" wrap="square" lIns="92075" tIns="46038" rIns="92075" bIns="46038" anchor="ctr" anchorCtr="0"/>
          <a:p>
            <a:pPr eaLnBrk="1" hangingPunct="1"/>
            <a:r>
              <a:rPr lang="en-US" dirty="0"/>
              <a:t>C-LOOK (Cont.)</a:t>
            </a:r>
            <a:endParaRPr lang="en-US" dirty="0"/>
          </a:p>
        </p:txBody>
      </p:sp>
      <p:sp>
        <p:nvSpPr>
          <p:cNvPr id="18434"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18435" name="Picture 3"/>
          <p:cNvPicPr>
            <a:picLocks noChangeAspect="1"/>
          </p:cNvPicPr>
          <p:nvPr/>
        </p:nvPicPr>
        <p:blipFill>
          <a:blip r:embed="rId1"/>
          <a:srcRect l="894" t="7645" r="459" b="7677"/>
          <a:stretch>
            <a:fillRect/>
          </a:stretch>
        </p:blipFill>
        <p:spPr>
          <a:xfrm>
            <a:off x="990600" y="1600200"/>
            <a:ext cx="6143625" cy="4219575"/>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p:txBody>
          <a:bodyPr vert="horz" wrap="square" lIns="92075" tIns="46038" rIns="92075" bIns="46038" anchor="ctr" anchorCtr="0"/>
          <a:p>
            <a:pPr eaLnBrk="1" hangingPunct="1"/>
            <a:r>
              <a:rPr lang="en-US" dirty="0"/>
              <a:t>Selecting a Disk-Scheduling Algorithm</a:t>
            </a:r>
            <a:endParaRPr lang="en-US" dirty="0"/>
          </a:p>
        </p:txBody>
      </p:sp>
      <p:sp>
        <p:nvSpPr>
          <p:cNvPr id="19458" name="Rectangle 3"/>
          <p:cNvSpPr>
            <a:spLocks noGrp="1"/>
          </p:cNvSpPr>
          <p:nvPr>
            <p:ph idx="1"/>
          </p:nvPr>
        </p:nvSpPr>
        <p:spPr/>
        <p:txBody>
          <a:bodyPr vert="horz" wrap="square" lIns="92075" tIns="46038" rIns="92075" bIns="46038" anchor="t" anchorCtr="0"/>
          <a:p>
            <a:pPr eaLnBrk="1" hangingPunct="1"/>
            <a:r>
              <a:rPr lang="en-US" sz="2200" dirty="0"/>
              <a:t>SSTF is common and has a natural appeal</a:t>
            </a:r>
            <a:endParaRPr lang="en-US" sz="2200" dirty="0"/>
          </a:p>
          <a:p>
            <a:pPr eaLnBrk="1" hangingPunct="1"/>
            <a:r>
              <a:rPr lang="en-US" sz="2200" dirty="0"/>
              <a:t>SCAN and C-SCAN perform better for systems that place a heavy load on the disk.</a:t>
            </a:r>
            <a:endParaRPr lang="en-US" sz="2200" dirty="0"/>
          </a:p>
          <a:p>
            <a:pPr eaLnBrk="1" hangingPunct="1"/>
            <a:r>
              <a:rPr lang="en-US" sz="2200" dirty="0"/>
              <a:t>Performance depends on the number and types of requests.</a:t>
            </a:r>
            <a:endParaRPr lang="en-US" sz="2200" dirty="0"/>
          </a:p>
          <a:p>
            <a:pPr eaLnBrk="1" hangingPunct="1"/>
            <a:r>
              <a:rPr lang="en-US" sz="2200" dirty="0"/>
              <a:t>Requests for disk service can be influenced by the file-allocation method.</a:t>
            </a:r>
            <a:endParaRPr lang="en-US" sz="2200" dirty="0"/>
          </a:p>
          <a:p>
            <a:pPr eaLnBrk="1" hangingPunct="1"/>
            <a:r>
              <a:rPr lang="en-US" sz="2200" dirty="0"/>
              <a:t>The disk-scheduling algorithm should be written as a separate module of the operating system, allowing it to be replaced with a different algorithm if necessary.</a:t>
            </a:r>
            <a:endParaRPr lang="en-US" sz="2200" dirty="0"/>
          </a:p>
          <a:p>
            <a:pPr eaLnBrk="1" hangingPunct="1"/>
            <a:r>
              <a:rPr lang="en-US" sz="2200" dirty="0"/>
              <a:t>Either SSTF or LOOK is a reasonable choice for the default algorithm.</a:t>
            </a:r>
            <a:endParaRPr lang="en-US" sz="2200" dirty="0"/>
          </a:p>
        </p:txBody>
      </p:sp>
      <p:sp>
        <p:nvSpPr>
          <p:cNvPr id="19459"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p:txBody>
          <a:bodyPr vert="horz" wrap="square" lIns="92075" tIns="46038" rIns="92075" bIns="46038" anchor="ctr" anchorCtr="0"/>
          <a:p>
            <a:pPr eaLnBrk="1" hangingPunct="1"/>
            <a:r>
              <a:rPr lang="en-US" dirty="0"/>
              <a:t>RAID </a:t>
            </a:r>
            <a:endParaRPr lang="en-US" dirty="0"/>
          </a:p>
        </p:txBody>
      </p:sp>
      <p:sp>
        <p:nvSpPr>
          <p:cNvPr id="20482" name="Rectangle 3"/>
          <p:cNvSpPr>
            <a:spLocks noGrp="1"/>
          </p:cNvSpPr>
          <p:nvPr>
            <p:ph idx="1"/>
          </p:nvPr>
        </p:nvSpPr>
        <p:spPr>
          <a:xfrm>
            <a:off x="533400" y="1828800"/>
            <a:ext cx="8001000" cy="4267200"/>
          </a:xfrm>
        </p:spPr>
        <p:txBody>
          <a:bodyPr vert="horz" wrap="square" lIns="92075" tIns="46038" rIns="92075" bIns="46038" anchor="t" anchorCtr="0"/>
          <a:p>
            <a:pPr eaLnBrk="1" hangingPunct="1"/>
            <a:r>
              <a:rPr lang="en-US" sz="2200" b="1" dirty="0"/>
              <a:t>RAID</a:t>
            </a:r>
            <a:r>
              <a:rPr lang="en-US" sz="2200" dirty="0"/>
              <a:t> – multiple disk drives provides </a:t>
            </a:r>
            <a:r>
              <a:rPr lang="en-US" sz="2200" b="1" dirty="0"/>
              <a:t>reliability</a:t>
            </a:r>
            <a:r>
              <a:rPr lang="en-US" sz="2200" dirty="0"/>
              <a:t> via </a:t>
            </a:r>
            <a:r>
              <a:rPr lang="en-US" sz="2200" b="1" dirty="0"/>
              <a:t>redundancy</a:t>
            </a:r>
            <a:r>
              <a:rPr lang="en-US" sz="2200" dirty="0"/>
              <a:t>.</a:t>
            </a:r>
            <a:endParaRPr lang="en-US" sz="2200" dirty="0"/>
          </a:p>
          <a:p>
            <a:pPr eaLnBrk="1" hangingPunct="1"/>
            <a:r>
              <a:rPr lang="en-US" sz="2200" dirty="0"/>
              <a:t>Redundant Array of Independent Disks (RAID)</a:t>
            </a:r>
            <a:endParaRPr lang="en-US" sz="2200" dirty="0"/>
          </a:p>
          <a:p>
            <a:pPr eaLnBrk="1" hangingPunct="1"/>
            <a:r>
              <a:rPr lang="en-US" sz="2200" dirty="0"/>
              <a:t>RAID is arranged into six different levels.</a:t>
            </a:r>
            <a:endParaRPr lang="en-US" sz="2200" dirty="0"/>
          </a:p>
          <a:p>
            <a:pPr eaLnBrk="1" hangingPunct="1"/>
            <a:r>
              <a:rPr lang="en-US" sz="2200" dirty="0"/>
              <a:t>Several improvements in disk-use techniques involve the use of multiple disks working cooperatively.</a:t>
            </a:r>
            <a:br>
              <a:rPr lang="en-US" sz="2200" dirty="0"/>
            </a:br>
            <a:endParaRPr lang="en-US" sz="2200" dirty="0"/>
          </a:p>
          <a:p>
            <a:pPr eaLnBrk="1" hangingPunct="1"/>
            <a:r>
              <a:rPr lang="en-US" sz="2200" dirty="0"/>
              <a:t>Disk striping uses a group of disks as one storage unit.</a:t>
            </a:r>
            <a:br>
              <a:rPr lang="en-US" sz="2200" dirty="0"/>
            </a:br>
            <a:endParaRPr lang="en-US" sz="2200" dirty="0"/>
          </a:p>
          <a:p>
            <a:pPr eaLnBrk="1" hangingPunct="1"/>
            <a:r>
              <a:rPr lang="en-US" sz="2200" dirty="0"/>
              <a:t>RAID schemes improve performance and improve the reliability of the storage system by storing redundant data.</a:t>
            </a:r>
            <a:endParaRPr lang="en-US" sz="2200" dirty="0"/>
          </a:p>
          <a:p>
            <a:pPr lvl="1" eaLnBrk="1" hangingPunct="1"/>
            <a:r>
              <a:rPr lang="en-US" sz="2200" i="1" dirty="0"/>
              <a:t>Mirroring</a:t>
            </a:r>
            <a:r>
              <a:rPr lang="en-US" sz="2200" dirty="0"/>
              <a:t> or </a:t>
            </a:r>
            <a:r>
              <a:rPr lang="en-US" sz="2200" i="1" dirty="0"/>
              <a:t>shadowing</a:t>
            </a:r>
            <a:r>
              <a:rPr lang="en-US" sz="2200" dirty="0"/>
              <a:t> keeps duplicate of each disk.</a:t>
            </a:r>
            <a:endParaRPr lang="en-US" sz="2200" dirty="0"/>
          </a:p>
          <a:p>
            <a:pPr lvl="1" eaLnBrk="1" hangingPunct="1"/>
            <a:r>
              <a:rPr lang="en-US" sz="2200" i="1" dirty="0"/>
              <a:t>Block interleaved parity</a:t>
            </a:r>
            <a:r>
              <a:rPr lang="en-US" sz="2200" dirty="0"/>
              <a:t> uses much less redundancy.</a:t>
            </a:r>
            <a:endParaRPr lang="en-US" sz="2200" dirty="0"/>
          </a:p>
        </p:txBody>
      </p:sp>
      <p:sp>
        <p:nvSpPr>
          <p:cNvPr id="20483"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xfrm>
            <a:off x="-1676400" y="0"/>
            <a:ext cx="8001000" cy="1216025"/>
          </a:xfrm>
        </p:spPr>
        <p:txBody>
          <a:bodyPr vert="horz" wrap="square" lIns="92075" tIns="46038" rIns="92075" bIns="46038" anchor="ctr" anchorCtr="0"/>
          <a:p>
            <a:pPr eaLnBrk="1" hangingPunct="1"/>
            <a:r>
              <a:rPr lang="en-US" dirty="0"/>
              <a:t>RAID Levels</a:t>
            </a:r>
            <a:endParaRPr lang="en-US" sz="3700" dirty="0"/>
          </a:p>
        </p:txBody>
      </p:sp>
      <p:sp>
        <p:nvSpPr>
          <p:cNvPr id="21506"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1507" name="Picture 3"/>
          <p:cNvPicPr>
            <a:picLocks noChangeAspect="1"/>
          </p:cNvPicPr>
          <p:nvPr/>
        </p:nvPicPr>
        <p:blipFill>
          <a:blip r:embed="rId1"/>
          <a:srcRect l="27727" t="1132" r="27901" b="1164"/>
          <a:stretch>
            <a:fillRect/>
          </a:stretch>
        </p:blipFill>
        <p:spPr>
          <a:xfrm>
            <a:off x="5105400" y="762000"/>
            <a:ext cx="3294063" cy="5438775"/>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1600200" y="0"/>
            <a:ext cx="6934200" cy="1216025"/>
          </a:xfrm>
        </p:spPr>
        <p:txBody>
          <a:bodyPr vert="horz" wrap="square" lIns="92075" tIns="46038" rIns="92075" bIns="46038" anchor="ctr" anchorCtr="0"/>
          <a:p>
            <a:pPr eaLnBrk="1" hangingPunct="1"/>
            <a:r>
              <a:rPr lang="en-US" dirty="0"/>
              <a:t>Raid Levels(continued)</a:t>
            </a:r>
            <a:endParaRPr lang="en-US" sz="4000" dirty="0"/>
          </a:p>
        </p:txBody>
      </p:sp>
      <p:sp>
        <p:nvSpPr>
          <p:cNvPr id="22530" name="Rectangle 3"/>
          <p:cNvSpPr>
            <a:spLocks noGrp="1"/>
          </p:cNvSpPr>
          <p:nvPr>
            <p:ph idx="1"/>
          </p:nvPr>
        </p:nvSpPr>
        <p:spPr>
          <a:xfrm>
            <a:off x="1390650" y="5565775"/>
            <a:ext cx="6673850" cy="1117600"/>
          </a:xfrm>
        </p:spPr>
        <p:txBody>
          <a:bodyPr vert="horz" wrap="square" lIns="92075" tIns="46038" rIns="92075" bIns="46038" anchor="t" anchorCtr="0"/>
          <a:p>
            <a:pPr eaLnBrk="1" hangingPunct="1">
              <a:lnSpc>
                <a:spcPct val="90000"/>
              </a:lnSpc>
            </a:pPr>
            <a:r>
              <a:rPr lang="en-US" sz="2600" dirty="0"/>
              <a:t>Raid levels 0 through 2 </a:t>
            </a:r>
            <a:endParaRPr lang="en-US" sz="2600" dirty="0"/>
          </a:p>
          <a:p>
            <a:pPr eaLnBrk="1" hangingPunct="1">
              <a:lnSpc>
                <a:spcPct val="90000"/>
              </a:lnSpc>
            </a:pPr>
            <a:r>
              <a:rPr lang="en-US" sz="2600" dirty="0"/>
              <a:t>Backup and parity drives are shaded</a:t>
            </a:r>
            <a:endParaRPr lang="en-US" sz="2600" dirty="0"/>
          </a:p>
        </p:txBody>
      </p:sp>
      <p:sp>
        <p:nvSpPr>
          <p:cNvPr id="22531"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2532" name="Picture 4" descr="5-19a"/>
          <p:cNvPicPr>
            <a:picLocks noChangeAspect="1"/>
          </p:cNvPicPr>
          <p:nvPr/>
        </p:nvPicPr>
        <p:blipFill>
          <a:blip r:embed="rId1"/>
          <a:stretch>
            <a:fillRect/>
          </a:stretch>
        </p:blipFill>
        <p:spPr>
          <a:xfrm>
            <a:off x="1385888" y="1423988"/>
            <a:ext cx="6251575" cy="39116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1295400" y="-228600"/>
            <a:ext cx="7010400" cy="1216025"/>
          </a:xfrm>
        </p:spPr>
        <p:txBody>
          <a:bodyPr vert="horz" wrap="square" lIns="92075" tIns="46038" rIns="92075" bIns="46038" anchor="ctr" anchorCtr="0"/>
          <a:p>
            <a:pPr eaLnBrk="1" hangingPunct="1"/>
            <a:r>
              <a:rPr lang="en-US" dirty="0"/>
              <a:t>Raid Levels (continued)</a:t>
            </a:r>
            <a:endParaRPr lang="en-US" sz="4000" dirty="0"/>
          </a:p>
        </p:txBody>
      </p:sp>
      <p:sp>
        <p:nvSpPr>
          <p:cNvPr id="23554" name="Rectangle 3"/>
          <p:cNvSpPr>
            <a:spLocks noGrp="1"/>
          </p:cNvSpPr>
          <p:nvPr>
            <p:ph idx="1"/>
          </p:nvPr>
        </p:nvSpPr>
        <p:spPr>
          <a:xfrm>
            <a:off x="901700" y="5654675"/>
            <a:ext cx="7277100" cy="965200"/>
          </a:xfrm>
        </p:spPr>
        <p:txBody>
          <a:bodyPr vert="horz" wrap="square" lIns="92075" tIns="46038" rIns="92075" bIns="46038" anchor="t" anchorCtr="0"/>
          <a:p>
            <a:pPr eaLnBrk="1" hangingPunct="1"/>
            <a:r>
              <a:rPr lang="en-US" sz="2600" dirty="0"/>
              <a:t>Raid levels 3 through 5</a:t>
            </a:r>
            <a:endParaRPr lang="en-US" sz="2600" dirty="0"/>
          </a:p>
          <a:p>
            <a:pPr eaLnBrk="1" hangingPunct="1"/>
            <a:r>
              <a:rPr lang="en-US" sz="2600" dirty="0"/>
              <a:t>Backup and parity drives are shaded</a:t>
            </a:r>
            <a:endParaRPr lang="en-US" sz="2600" dirty="0"/>
          </a:p>
        </p:txBody>
      </p:sp>
      <p:sp>
        <p:nvSpPr>
          <p:cNvPr id="23555"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3556" name="Picture 4" descr="5-19"/>
          <p:cNvPicPr>
            <a:picLocks noChangeAspect="1"/>
          </p:cNvPicPr>
          <p:nvPr/>
        </p:nvPicPr>
        <p:blipFill>
          <a:blip r:embed="rId1"/>
          <a:stretch>
            <a:fillRect/>
          </a:stretch>
        </p:blipFill>
        <p:spPr>
          <a:xfrm>
            <a:off x="2260600" y="1033463"/>
            <a:ext cx="5091113" cy="44450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p:txBody>
          <a:bodyPr vert="horz" wrap="square" lIns="92075" tIns="46038" rIns="92075" bIns="46038" anchor="ctr" anchorCtr="0"/>
          <a:p>
            <a:pPr eaLnBrk="1" hangingPunct="1"/>
            <a:r>
              <a:rPr lang="en-US" dirty="0"/>
              <a:t>Raid Levels 6 and 7</a:t>
            </a:r>
            <a:endParaRPr lang="en-US" dirty="0"/>
          </a:p>
        </p:txBody>
      </p:sp>
      <p:sp>
        <p:nvSpPr>
          <p:cNvPr id="24578" name="Rectangle 3"/>
          <p:cNvSpPr>
            <a:spLocks noGrp="1"/>
          </p:cNvSpPr>
          <p:nvPr>
            <p:ph idx="1"/>
          </p:nvPr>
        </p:nvSpPr>
        <p:spPr/>
        <p:txBody>
          <a:bodyPr vert="horz" wrap="square" lIns="92075" tIns="46038" rIns="92075" bIns="46038" anchor="t" anchorCtr="0"/>
          <a:p>
            <a:pPr eaLnBrk="1" hangingPunct="1"/>
            <a:r>
              <a:rPr lang="en-US" dirty="0"/>
              <a:t>RAID 6:P and Q redundancy</a:t>
            </a:r>
            <a:endParaRPr lang="en-US" dirty="0"/>
          </a:p>
          <a:p>
            <a:pPr eaLnBrk="1" hangingPunct="1"/>
            <a:r>
              <a:rPr lang="en-US" dirty="0"/>
              <a:t>RAID 7: heterogeneous disks array</a:t>
            </a:r>
            <a:endParaRPr lang="en-US" dirty="0"/>
          </a:p>
        </p:txBody>
      </p:sp>
      <p:sp>
        <p:nvSpPr>
          <p:cNvPr id="24579"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p:txBody>
          <a:bodyPr vert="horz" wrap="square" lIns="92075" tIns="46038" rIns="92075" bIns="46038" anchor="ctr" anchorCtr="0"/>
          <a:p>
            <a:pPr eaLnBrk="1" hangingPunct="1"/>
            <a:r>
              <a:rPr lang="en-US" dirty="0"/>
              <a:t>Disk Attachment</a:t>
            </a:r>
            <a:endParaRPr lang="en-US" dirty="0"/>
          </a:p>
        </p:txBody>
      </p:sp>
      <p:sp>
        <p:nvSpPr>
          <p:cNvPr id="25602" name="Rectangle 3"/>
          <p:cNvSpPr>
            <a:spLocks noGrp="1"/>
          </p:cNvSpPr>
          <p:nvPr>
            <p:ph idx="1"/>
          </p:nvPr>
        </p:nvSpPr>
        <p:spPr/>
        <p:txBody>
          <a:bodyPr vert="horz" wrap="square" lIns="92075" tIns="46038" rIns="92075" bIns="46038" anchor="t" anchorCtr="0"/>
          <a:p>
            <a:pPr marL="381000" indent="-381000" eaLnBrk="1" hangingPunct="1"/>
            <a:r>
              <a:rPr lang="en-US" dirty="0"/>
              <a:t>Disks may be attached one of two ways:</a:t>
            </a:r>
            <a:endParaRPr lang="en-US" dirty="0"/>
          </a:p>
          <a:p>
            <a:pPr marL="381000" indent="-381000" eaLnBrk="1" hangingPunct="1"/>
            <a:endParaRPr lang="en-US" dirty="0"/>
          </a:p>
          <a:p>
            <a:pPr marL="381000" indent="-381000" eaLnBrk="1" hangingPunct="1">
              <a:buFont typeface="Monotype Sorts" pitchFamily="2" charset="2"/>
              <a:buAutoNum type="arabicPeriod"/>
            </a:pPr>
            <a:r>
              <a:rPr lang="en-US" b="1" dirty="0"/>
              <a:t>Host attached</a:t>
            </a:r>
            <a:r>
              <a:rPr lang="en-US" dirty="0"/>
              <a:t>  via an I/O port</a:t>
            </a:r>
            <a:endParaRPr lang="en-US" dirty="0"/>
          </a:p>
          <a:p>
            <a:pPr marL="381000" indent="-381000" eaLnBrk="1" hangingPunct="1">
              <a:buFont typeface="Monotype Sorts" pitchFamily="2" charset="2"/>
              <a:buAutoNum type="arabicPeriod"/>
            </a:pPr>
            <a:endParaRPr lang="en-US" dirty="0"/>
          </a:p>
          <a:p>
            <a:pPr marL="381000" indent="-381000" eaLnBrk="1" hangingPunct="1">
              <a:buFont typeface="Monotype Sorts" pitchFamily="2" charset="2"/>
              <a:buAutoNum type="arabicPeriod"/>
            </a:pPr>
            <a:r>
              <a:rPr lang="en-US" b="1" dirty="0"/>
              <a:t>Network attached</a:t>
            </a:r>
            <a:r>
              <a:rPr lang="en-US" dirty="0"/>
              <a:t> via a network connection</a:t>
            </a:r>
            <a:endParaRPr lang="en-US" dirty="0"/>
          </a:p>
        </p:txBody>
      </p:sp>
      <p:sp>
        <p:nvSpPr>
          <p:cNvPr id="25603"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1019175" y="0"/>
            <a:ext cx="7772400" cy="844550"/>
          </a:xfrm>
        </p:spPr>
        <p:txBody>
          <a:bodyPr vert="horz" wrap="square" lIns="92075" tIns="46038" rIns="92075" bIns="46038" anchor="ctr" anchorCtr="0"/>
          <a:p>
            <a:pPr eaLnBrk="1" hangingPunct="1"/>
            <a:r>
              <a:rPr lang="en-US" sz="4000" dirty="0"/>
              <a:t>Network-Attached Storage(NAS)</a:t>
            </a:r>
            <a:endParaRPr lang="en-US" sz="3300" dirty="0"/>
          </a:p>
        </p:txBody>
      </p:sp>
      <p:sp>
        <p:nvSpPr>
          <p:cNvPr id="26626"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6627" name="Picture 3"/>
          <p:cNvPicPr>
            <a:picLocks noChangeAspect="1"/>
          </p:cNvPicPr>
          <p:nvPr/>
        </p:nvPicPr>
        <p:blipFill>
          <a:blip r:embed="rId1"/>
          <a:srcRect l="1195" t="22218" r="1718" b="21521"/>
          <a:stretch>
            <a:fillRect/>
          </a:stretch>
        </p:blipFill>
        <p:spPr>
          <a:xfrm>
            <a:off x="990600" y="2057400"/>
            <a:ext cx="7473950" cy="3248025"/>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1108075" y="0"/>
            <a:ext cx="7772400" cy="844550"/>
          </a:xfrm>
        </p:spPr>
        <p:txBody>
          <a:bodyPr vert="horz" wrap="square" lIns="92075" tIns="46038" rIns="92075" bIns="46038" anchor="ctr" anchorCtr="0"/>
          <a:p>
            <a:pPr eaLnBrk="1" hangingPunct="1"/>
            <a:r>
              <a:rPr lang="en-US" dirty="0"/>
              <a:t>Storage-Area Network (SAN)</a:t>
            </a:r>
            <a:endParaRPr lang="en-US" sz="3700" dirty="0"/>
          </a:p>
        </p:txBody>
      </p:sp>
      <p:sp>
        <p:nvSpPr>
          <p:cNvPr id="27650" name="Slide Number Placeholder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pic>
        <p:nvPicPr>
          <p:cNvPr id="27651" name="Picture 3"/>
          <p:cNvPicPr>
            <a:picLocks noChangeAspect="1"/>
          </p:cNvPicPr>
          <p:nvPr/>
        </p:nvPicPr>
        <p:blipFill>
          <a:blip r:embed="rId1"/>
          <a:srcRect l="1143" t="19086" r="1143" b="19054"/>
          <a:stretch>
            <a:fillRect/>
          </a:stretch>
        </p:blipFill>
        <p:spPr>
          <a:xfrm>
            <a:off x="914400" y="2133600"/>
            <a:ext cx="7667625" cy="3640138"/>
          </a:xfrm>
          <a:prstGeom prst="rect">
            <a:avLst/>
          </a:prstGeom>
          <a:noFill/>
          <a:ln w="57150" cap="flat" cmpd="thickThin">
            <a:solidFill>
              <a:schemeClr val="tx1"/>
            </a:solidFill>
            <a:prstDash val="solid"/>
            <a:miter/>
            <a:headEnd type="none" w="med" len="med"/>
            <a:tailEnd type="none" w="med" len="me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p:txBody>
          <a:bodyPr vert="horz" wrap="square" lIns="92075" tIns="46038" rIns="92075" bIns="46038" anchor="ctr" anchorCtr="0"/>
          <a:p>
            <a:pPr eaLnBrk="1" hangingPunct="1"/>
            <a:r>
              <a:rPr lang="en-US" dirty="0"/>
              <a:t>Summary</a:t>
            </a:r>
            <a:endParaRPr lang="en-US" dirty="0"/>
          </a:p>
        </p:txBody>
      </p:sp>
      <p:sp>
        <p:nvSpPr>
          <p:cNvPr id="28674" name="Rectangle 3"/>
          <p:cNvSpPr>
            <a:spLocks noGrp="1"/>
          </p:cNvSpPr>
          <p:nvPr>
            <p:ph idx="1"/>
          </p:nvPr>
        </p:nvSpPr>
        <p:spPr/>
        <p:txBody>
          <a:bodyPr vert="horz" wrap="square" lIns="92075" tIns="46038" rIns="92075" bIns="46038" anchor="t" anchorCtr="0"/>
          <a:p>
            <a:pPr eaLnBrk="1" hangingPunct="1"/>
            <a:r>
              <a:rPr lang="en-US" dirty="0"/>
              <a:t>We looked various disk scheduling methods to optimize secondary storage access.</a:t>
            </a:r>
            <a:endParaRPr lang="en-US" dirty="0"/>
          </a:p>
          <a:p>
            <a:pPr eaLnBrk="1" hangingPunct="1"/>
            <a:r>
              <a:rPr lang="en-US" dirty="0"/>
              <a:t>We also studies basic principles of RAID.</a:t>
            </a:r>
            <a:endParaRPr lang="en-US" dirty="0"/>
          </a:p>
          <a:p>
            <a:pPr eaLnBrk="1" hangingPunct="1"/>
            <a:r>
              <a:rPr lang="en-US" dirty="0"/>
              <a:t>NAS and SAN are two recent advances in secondary storage.</a:t>
            </a:r>
            <a:endParaRPr lang="en-US" dirty="0"/>
          </a:p>
        </p:txBody>
      </p:sp>
      <p:sp>
        <p:nvSpPr>
          <p:cNvPr id="28675" name="Slide Number Placeholder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Tahoma" panose="020B060403050404020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charset="0"/>
                <a:ea typeface="+mn-ea"/>
                <a:cs typeface="+mn-cs"/>
              </a:defRPr>
            </a:lvl5pPr>
          </a:lstStyle>
          <a:p>
            <a:pPr lvl="0" algn="r">
              <a:spcBef>
                <a:spcPct val="50000"/>
              </a:spcBef>
              <a:buSzTx/>
            </a:pPr>
            <a:fld id="{9A0DB2DC-4C9A-4742-B13C-FB6460FD3503}" type="slidenum">
              <a:rPr lang="en-US" altLang="zh-CN" sz="1400" dirty="0"/>
            </a:fld>
            <a:endParaRPr lang="en-US" altLang="zh-CN" sz="1400" dirty="0"/>
          </a:p>
        </p:txBody>
      </p:sp>
    </p:spTree>
  </p:cSld>
  <p:clrMapOvr>
    <a:masterClrMapping/>
  </p:clrMapOvr>
</p:sld>
</file>

<file path=ppt/theme/theme1.xml><?xml version="1.0" encoding="utf-8"?>
<a:theme xmlns:a="http://schemas.openxmlformats.org/drawingml/2006/main" name="Rules design template">
  <a:themeElements>
    <a:clrScheme name="Office Theme 1">
      <a:dk1>
        <a:srgbClr val="663300"/>
      </a:dk1>
      <a:lt1>
        <a:srgbClr val="FFF8E2"/>
      </a:lt1>
      <a:dk2>
        <a:srgbClr val="996600"/>
      </a:dk2>
      <a:lt2>
        <a:srgbClr val="DDDDDD"/>
      </a:lt2>
      <a:accent1>
        <a:srgbClr val="92D0A4"/>
      </a:accent1>
      <a:accent2>
        <a:srgbClr val="BDAB71"/>
      </a:accent2>
      <a:accent3>
        <a:srgbClr val="FFFBEE"/>
      </a:accent3>
      <a:accent4>
        <a:srgbClr val="562A00"/>
      </a:accent4>
      <a:accent5>
        <a:srgbClr val="C7E4CF"/>
      </a:accent5>
      <a:accent6>
        <a:srgbClr val="AB9B66"/>
      </a:accent6>
      <a:hlink>
        <a:srgbClr val="FF9999"/>
      </a:hlink>
      <a:folHlink>
        <a:srgbClr val="E5DF94"/>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imes New Roman" panose="0202060305040502030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imes New Roman" panose="02020603050405020304" charset="0"/>
          </a:defRPr>
        </a:defPPr>
      </a:lstStyle>
    </a:lnDef>
  </a:objectDefaults>
  <a:extraClrSchemeLst>
    <a:extraClrScheme>
      <a:clrScheme name="Office Theme 1">
        <a:dk1>
          <a:srgbClr val="663300"/>
        </a:dk1>
        <a:lt1>
          <a:srgbClr val="FFF8E2"/>
        </a:lt1>
        <a:dk2>
          <a:srgbClr val="996600"/>
        </a:dk2>
        <a:lt2>
          <a:srgbClr val="DDDDDD"/>
        </a:lt2>
        <a:accent1>
          <a:srgbClr val="92D0A4"/>
        </a:accent1>
        <a:accent2>
          <a:srgbClr val="BDAB71"/>
        </a:accent2>
        <a:accent3>
          <a:srgbClr val="FFFBEE"/>
        </a:accent3>
        <a:accent4>
          <a:srgbClr val="562A00"/>
        </a:accent4>
        <a:accent5>
          <a:srgbClr val="C7E4CF"/>
        </a:accent5>
        <a:accent6>
          <a:srgbClr val="AB9B66"/>
        </a:accent6>
        <a:hlink>
          <a:srgbClr val="FF9999"/>
        </a:hlink>
        <a:folHlink>
          <a:srgbClr val="E5DF94"/>
        </a:folHlink>
      </a:clrScheme>
      <a:clrMap bg1="lt1" tx1="dk1" bg2="lt2" tx2="dk2" accent1="accent1" accent2="accent2" accent3="accent3" accent4="accent4" accent5="accent5" accent6="accent6" hlink="hlink" folHlink="folHlink"/>
    </a:extraClrScheme>
    <a:extraClrScheme>
      <a:clrScheme name="Office Theme 2">
        <a:dk1>
          <a:srgbClr val="663300"/>
        </a:dk1>
        <a:lt1>
          <a:srgbClr val="F8F8F8"/>
        </a:lt1>
        <a:dk2>
          <a:srgbClr val="3366CC"/>
        </a:dk2>
        <a:lt2>
          <a:srgbClr val="CCECFF"/>
        </a:lt2>
        <a:accent1>
          <a:srgbClr val="93C4D0"/>
        </a:accent1>
        <a:accent2>
          <a:srgbClr val="BDAB71"/>
        </a:accent2>
        <a:accent3>
          <a:srgbClr val="FBFBFB"/>
        </a:accent3>
        <a:accent4>
          <a:srgbClr val="562A00"/>
        </a:accent4>
        <a:accent5>
          <a:srgbClr val="C8DEE4"/>
        </a:accent5>
        <a:accent6>
          <a:srgbClr val="AB9B66"/>
        </a:accent6>
        <a:hlink>
          <a:srgbClr val="E6B2BE"/>
        </a:hlink>
        <a:folHlink>
          <a:srgbClr val="E5DF94"/>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DDDDDD"/>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ules design template">
  <a:themeElements>
    <a:clrScheme name="Office Theme 1">
      <a:dk1>
        <a:srgbClr val="663300"/>
      </a:dk1>
      <a:lt1>
        <a:srgbClr val="FFF8E2"/>
      </a:lt1>
      <a:dk2>
        <a:srgbClr val="996600"/>
      </a:dk2>
      <a:lt2>
        <a:srgbClr val="DDDDDD"/>
      </a:lt2>
      <a:accent1>
        <a:srgbClr val="92D0A4"/>
      </a:accent1>
      <a:accent2>
        <a:srgbClr val="BDAB71"/>
      </a:accent2>
      <a:accent3>
        <a:srgbClr val="FFFBEE"/>
      </a:accent3>
      <a:accent4>
        <a:srgbClr val="562A00"/>
      </a:accent4>
      <a:accent5>
        <a:srgbClr val="C7E4CF"/>
      </a:accent5>
      <a:accent6>
        <a:srgbClr val="AB9B66"/>
      </a:accent6>
      <a:hlink>
        <a:srgbClr val="FF9999"/>
      </a:hlink>
      <a:folHlink>
        <a:srgbClr val="E5DF94"/>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imes New Roman" panose="0202060305040502030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imes New Roman" panose="02020603050405020304" charset="0"/>
          </a:defRPr>
        </a:defPPr>
      </a:lstStyle>
    </a:lnDef>
  </a:objectDefaults>
  <a:extraClrSchemeLst>
    <a:extraClrScheme>
      <a:clrScheme name="Office Theme 1">
        <a:dk1>
          <a:srgbClr val="663300"/>
        </a:dk1>
        <a:lt1>
          <a:srgbClr val="FFF8E2"/>
        </a:lt1>
        <a:dk2>
          <a:srgbClr val="996600"/>
        </a:dk2>
        <a:lt2>
          <a:srgbClr val="DDDDDD"/>
        </a:lt2>
        <a:accent1>
          <a:srgbClr val="92D0A4"/>
        </a:accent1>
        <a:accent2>
          <a:srgbClr val="BDAB71"/>
        </a:accent2>
        <a:accent3>
          <a:srgbClr val="FFFBEE"/>
        </a:accent3>
        <a:accent4>
          <a:srgbClr val="562A00"/>
        </a:accent4>
        <a:accent5>
          <a:srgbClr val="C7E4CF"/>
        </a:accent5>
        <a:accent6>
          <a:srgbClr val="AB9B66"/>
        </a:accent6>
        <a:hlink>
          <a:srgbClr val="FF9999"/>
        </a:hlink>
        <a:folHlink>
          <a:srgbClr val="E5DF94"/>
        </a:folHlink>
      </a:clrScheme>
      <a:clrMap bg1="lt1" tx1="dk1" bg2="lt2" tx2="dk2" accent1="accent1" accent2="accent2" accent3="accent3" accent4="accent4" accent5="accent5" accent6="accent6" hlink="hlink" folHlink="folHlink"/>
    </a:extraClrScheme>
    <a:extraClrScheme>
      <a:clrScheme name="Office Theme 2">
        <a:dk1>
          <a:srgbClr val="663300"/>
        </a:dk1>
        <a:lt1>
          <a:srgbClr val="F8F8F8"/>
        </a:lt1>
        <a:dk2>
          <a:srgbClr val="3366CC"/>
        </a:dk2>
        <a:lt2>
          <a:srgbClr val="CCECFF"/>
        </a:lt2>
        <a:accent1>
          <a:srgbClr val="93C4D0"/>
        </a:accent1>
        <a:accent2>
          <a:srgbClr val="BDAB71"/>
        </a:accent2>
        <a:accent3>
          <a:srgbClr val="FBFBFB"/>
        </a:accent3>
        <a:accent4>
          <a:srgbClr val="562A00"/>
        </a:accent4>
        <a:accent5>
          <a:srgbClr val="C8DEE4"/>
        </a:accent5>
        <a:accent6>
          <a:srgbClr val="AB9B66"/>
        </a:accent6>
        <a:hlink>
          <a:srgbClr val="E6B2BE"/>
        </a:hlink>
        <a:folHlink>
          <a:srgbClr val="E5DF94"/>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DDDDDD"/>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Rules design template</Template>
  <TotalTime>0</TotalTime>
  <Words>4356</Words>
  <Application>WPS Presentation</Application>
  <PresentationFormat>On-screen Show (4:3)</PresentationFormat>
  <Paragraphs>179</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25</vt:i4>
      </vt:variant>
    </vt:vector>
  </HeadingPairs>
  <TitlesOfParts>
    <vt:vector size="38" baseType="lpstr">
      <vt:lpstr>Arial</vt:lpstr>
      <vt:lpstr>SimSun</vt:lpstr>
      <vt:lpstr>Wingdings</vt:lpstr>
      <vt:lpstr>Tahoma</vt:lpstr>
      <vt:lpstr>Times New Roman</vt:lpstr>
      <vt:lpstr>Symbol</vt:lpstr>
      <vt:lpstr>Helvetica</vt:lpstr>
      <vt:lpstr>Microsoft YaHei</vt:lpstr>
      <vt:lpstr>Arial Unicode MS</vt:lpstr>
      <vt:lpstr>Monotype Sorts</vt:lpstr>
      <vt:lpstr>Wingdings</vt:lpstr>
      <vt:lpstr>Rules design template</vt:lpstr>
      <vt:lpstr>1_Rules design template</vt:lpstr>
      <vt:lpstr>Disk Scheduling</vt:lpstr>
      <vt:lpstr>User-Space I/O Software</vt:lpstr>
      <vt:lpstr>Disk Structure</vt:lpstr>
      <vt:lpstr>Disk Scheduling</vt:lpstr>
      <vt:lpstr>Disk Scheduling (Cont.)</vt:lpstr>
      <vt:lpstr>FCFS</vt:lpstr>
      <vt:lpstr>SSTF</vt:lpstr>
      <vt:lpstr>SSTF (Cont.)</vt:lpstr>
      <vt:lpstr>SCAN</vt:lpstr>
      <vt:lpstr>SCAN (Cont.)</vt:lpstr>
      <vt:lpstr>C-SCAN</vt:lpstr>
      <vt:lpstr>C-SCAN (Cont.)</vt:lpstr>
      <vt:lpstr>C-LOOK (Cont.)</vt:lpstr>
      <vt:lpstr>C-LOOK</vt:lpstr>
      <vt:lpstr>C-LOOK (Cont.)</vt:lpstr>
      <vt:lpstr>Selecting a Disk-Scheduling Algorithm</vt:lpstr>
      <vt:lpstr>RAID </vt:lpstr>
      <vt:lpstr>RAID Levels</vt:lpstr>
      <vt:lpstr>Raid Levels(continued)</vt:lpstr>
      <vt:lpstr>Raid Levels (continued)</vt:lpstr>
      <vt:lpstr>Raid Levels 6 and 7</vt:lpstr>
      <vt:lpstr>Disk Attachment</vt:lpstr>
      <vt:lpstr>Network-Attached Storage(NAS)</vt:lpstr>
      <vt:lpstr>Storage-Area Network (SAN)</vt:lpstr>
      <vt:lpstr>Summary</vt:lpstr>
    </vt:vector>
  </TitlesOfParts>
  <Company>University at Buffalo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Disk Scheduling</dc:title>
  <dc:creator>bina</dc:creator>
  <cp:lastModifiedBy>hp</cp:lastModifiedBy>
  <cp:revision>17</cp:revision>
  <dcterms:created xsi:type="dcterms:W3CDTF">2002-11-19T14:55:00Z</dcterms:created>
  <dcterms:modified xsi:type="dcterms:W3CDTF">2025-12-09T14:50:28Z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DAD97A351C054455B23A5D1EB4DAB9A2_12</vt:lpwstr>
  </property>
  <property fmtid="{D5CDD505-2E9C-101B-9397-08002B2CF9AE}" pid="3" name="KSOProductBuildVer">
    <vt:lpwstr>1033-12.2.0.23155</vt:lpwstr>
  </property>
</Properties>
</file>